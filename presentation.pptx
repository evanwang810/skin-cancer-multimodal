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benign</c:v>
                </c:pt>
              </c:strCache>
            </c:strRef>
          </c:tx>
          <c:spPr>
            <a:ln w="47625">
              <a:noFill/>
            </a:ln>
          </c:spPr>
          <c:marker>
            <c:symbol val="diamond"/>
            <c:size val="5"/>
            <c:spPr>
              <a:solidFill>
                <a:srgbClr val="3BA3E8"/>
              </a:solidFill>
              <a:ln>
                <a:noFill/>
              </a:ln>
            </c:spPr>
          </c:marker>
          <c:xVal>
            <c:numRef>
              <c:f>Sheet1!$A$2:$A$251</c:f>
              <c:numCache>
                <c:formatCode>General</c:formatCode>
                <c:ptCount val="250"/>
                <c:pt idx="0">
                  <c:v>0.7204</c:v>
                </c:pt>
                <c:pt idx="1">
                  <c:v>0.8974</c:v>
                </c:pt>
                <c:pt idx="2">
                  <c:v>0.8286</c:v>
                </c:pt>
                <c:pt idx="3">
                  <c:v>0.9559</c:v>
                </c:pt>
                <c:pt idx="4">
                  <c:v>0.6977</c:v>
                </c:pt>
                <c:pt idx="5">
                  <c:v>0.9422</c:v>
                </c:pt>
                <c:pt idx="6">
                  <c:v>0.9147</c:v>
                </c:pt>
                <c:pt idx="7">
                  <c:v>0.7046</c:v>
                </c:pt>
                <c:pt idx="8">
                  <c:v>0.893</c:v>
                </c:pt>
                <c:pt idx="9">
                  <c:v>0.9264</c:v>
                </c:pt>
                <c:pt idx="10">
                  <c:v>0.895</c:v>
                </c:pt>
                <c:pt idx="11">
                  <c:v>0.9362</c:v>
                </c:pt>
                <c:pt idx="12">
                  <c:v>0.8974</c:v>
                </c:pt>
                <c:pt idx="13">
                  <c:v>0.9245</c:v>
                </c:pt>
                <c:pt idx="14">
                  <c:v>0.6714</c:v>
                </c:pt>
                <c:pt idx="15">
                  <c:v>0.9656</c:v>
                </c:pt>
                <c:pt idx="16">
                  <c:v>0.3431</c:v>
                </c:pt>
                <c:pt idx="17">
                  <c:v>0.8442</c:v>
                </c:pt>
                <c:pt idx="18">
                  <c:v>0.8134</c:v>
                </c:pt>
                <c:pt idx="19">
                  <c:v>0.8021</c:v>
                </c:pt>
                <c:pt idx="20">
                  <c:v>0.8718</c:v>
                </c:pt>
                <c:pt idx="21">
                  <c:v>0.6746</c:v>
                </c:pt>
                <c:pt idx="22">
                  <c:v>0.4569</c:v>
                </c:pt>
                <c:pt idx="23">
                  <c:v>0.8175</c:v>
                </c:pt>
                <c:pt idx="24">
                  <c:v>0.9257</c:v>
                </c:pt>
                <c:pt idx="25">
                  <c:v>0.8831</c:v>
                </c:pt>
                <c:pt idx="26">
                  <c:v>0.7715</c:v>
                </c:pt>
                <c:pt idx="27">
                  <c:v>0.8622</c:v>
                </c:pt>
                <c:pt idx="28">
                  <c:v>0.9176</c:v>
                </c:pt>
                <c:pt idx="29">
                  <c:v>0.7919</c:v>
                </c:pt>
                <c:pt idx="30">
                  <c:v>0.6755</c:v>
                </c:pt>
                <c:pt idx="31">
                  <c:v>0.806</c:v>
                </c:pt>
                <c:pt idx="32">
                  <c:v>0.6347</c:v>
                </c:pt>
                <c:pt idx="33">
                  <c:v>0.9674</c:v>
                </c:pt>
                <c:pt idx="34">
                  <c:v>0.8625</c:v>
                </c:pt>
                <c:pt idx="35">
                  <c:v>0.8765</c:v>
                </c:pt>
                <c:pt idx="36">
                  <c:v>0.8849</c:v>
                </c:pt>
                <c:pt idx="37">
                  <c:v>0.6182</c:v>
                </c:pt>
                <c:pt idx="38">
                  <c:v>0.7131</c:v>
                </c:pt>
                <c:pt idx="39">
                  <c:v>0.8799</c:v>
                </c:pt>
                <c:pt idx="40">
                  <c:v>0.8991</c:v>
                </c:pt>
                <c:pt idx="41">
                  <c:v>0.8719</c:v>
                </c:pt>
                <c:pt idx="42">
                  <c:v>0.8677</c:v>
                </c:pt>
                <c:pt idx="43">
                  <c:v>0.8935</c:v>
                </c:pt>
                <c:pt idx="44">
                  <c:v>0.7763</c:v>
                </c:pt>
                <c:pt idx="45">
                  <c:v>0.8476</c:v>
                </c:pt>
                <c:pt idx="46">
                  <c:v>0.874</c:v>
                </c:pt>
                <c:pt idx="47">
                  <c:v>0.8507</c:v>
                </c:pt>
                <c:pt idx="48">
                  <c:v>0.8644</c:v>
                </c:pt>
                <c:pt idx="49">
                  <c:v>0.9035</c:v>
                </c:pt>
                <c:pt idx="50">
                  <c:v>0.581</c:v>
                </c:pt>
                <c:pt idx="51">
                  <c:v>0.9234</c:v>
                </c:pt>
                <c:pt idx="52">
                  <c:v>0.8857</c:v>
                </c:pt>
                <c:pt idx="53">
                  <c:v>0.8779</c:v>
                </c:pt>
                <c:pt idx="54">
                  <c:v>0.8868</c:v>
                </c:pt>
                <c:pt idx="55">
                  <c:v>0.6049</c:v>
                </c:pt>
                <c:pt idx="56">
                  <c:v>0.9081</c:v>
                </c:pt>
                <c:pt idx="57">
                  <c:v>0.8928</c:v>
                </c:pt>
                <c:pt idx="58">
                  <c:v>0.8949</c:v>
                </c:pt>
                <c:pt idx="59">
                  <c:v>0.8784</c:v>
                </c:pt>
                <c:pt idx="60">
                  <c:v>0.8322</c:v>
                </c:pt>
                <c:pt idx="61">
                  <c:v>0.8606</c:v>
                </c:pt>
                <c:pt idx="62">
                  <c:v>0.7881</c:v>
                </c:pt>
                <c:pt idx="63">
                  <c:v>0.7946</c:v>
                </c:pt>
                <c:pt idx="64">
                  <c:v>0.7371</c:v>
                </c:pt>
                <c:pt idx="65">
                  <c:v>0.8981</c:v>
                </c:pt>
                <c:pt idx="66">
                  <c:v>0.3947</c:v>
                </c:pt>
                <c:pt idx="67">
                  <c:v>0.8077</c:v>
                </c:pt>
                <c:pt idx="68">
                  <c:v>0.7115</c:v>
                </c:pt>
                <c:pt idx="69">
                  <c:v>0.8714</c:v>
                </c:pt>
                <c:pt idx="70">
                  <c:v>0.8981</c:v>
                </c:pt>
                <c:pt idx="71">
                  <c:v>0.8609</c:v>
                </c:pt>
                <c:pt idx="72">
                  <c:v>0.7736</c:v>
                </c:pt>
                <c:pt idx="73">
                  <c:v>0.901</c:v>
                </c:pt>
                <c:pt idx="74">
                  <c:v>0.8213</c:v>
                </c:pt>
                <c:pt idx="75">
                  <c:v>0.9141</c:v>
                </c:pt>
                <c:pt idx="76">
                  <c:v>0.8698</c:v>
                </c:pt>
                <c:pt idx="77">
                  <c:v>0.8377</c:v>
                </c:pt>
                <c:pt idx="78">
                  <c:v>0.9127</c:v>
                </c:pt>
                <c:pt idx="79">
                  <c:v>0.9138</c:v>
                </c:pt>
                <c:pt idx="80">
                  <c:v>0.7121</c:v>
                </c:pt>
                <c:pt idx="81">
                  <c:v>0.779</c:v>
                </c:pt>
                <c:pt idx="82">
                  <c:v>0.8849</c:v>
                </c:pt>
                <c:pt idx="83">
                  <c:v>0.8861</c:v>
                </c:pt>
                <c:pt idx="84">
                  <c:v>0.9004</c:v>
                </c:pt>
                <c:pt idx="85">
                  <c:v>0.9093</c:v>
                </c:pt>
                <c:pt idx="86">
                  <c:v>0.8918</c:v>
                </c:pt>
                <c:pt idx="87">
                  <c:v>0.9513</c:v>
                </c:pt>
                <c:pt idx="88">
                  <c:v>0.9037</c:v>
                </c:pt>
                <c:pt idx="89">
                  <c:v>0.8603</c:v>
                </c:pt>
                <c:pt idx="90">
                  <c:v>0.8075</c:v>
                </c:pt>
                <c:pt idx="91">
                  <c:v>0.7443</c:v>
                </c:pt>
                <c:pt idx="92">
                  <c:v>0.827</c:v>
                </c:pt>
                <c:pt idx="93">
                  <c:v>0.678</c:v>
                </c:pt>
                <c:pt idx="94">
                  <c:v>0.8465</c:v>
                </c:pt>
                <c:pt idx="95">
                  <c:v>0.9224</c:v>
                </c:pt>
                <c:pt idx="96">
                  <c:v>0.8233</c:v>
                </c:pt>
                <c:pt idx="97">
                  <c:v>0.8701</c:v>
                </c:pt>
                <c:pt idx="98">
                  <c:v>0.7667</c:v>
                </c:pt>
                <c:pt idx="99">
                  <c:v>0.7709</c:v>
                </c:pt>
                <c:pt idx="100">
                  <c:v>0.9214</c:v>
                </c:pt>
                <c:pt idx="101">
                  <c:v>0.8541</c:v>
                </c:pt>
                <c:pt idx="102">
                  <c:v>0.9307</c:v>
                </c:pt>
                <c:pt idx="103">
                  <c:v>0.763</c:v>
                </c:pt>
                <c:pt idx="104">
                  <c:v>0.8069</c:v>
                </c:pt>
                <c:pt idx="105">
                  <c:v>0.8098</c:v>
                </c:pt>
                <c:pt idx="106">
                  <c:v>0.9231</c:v>
                </c:pt>
                <c:pt idx="107">
                  <c:v>0.9053</c:v>
                </c:pt>
                <c:pt idx="108">
                  <c:v>0.7967</c:v>
                </c:pt>
                <c:pt idx="109">
                  <c:v>0.8918</c:v>
                </c:pt>
                <c:pt idx="110">
                  <c:v>0.5053</c:v>
                </c:pt>
                <c:pt idx="111">
                  <c:v>0.8316</c:v>
                </c:pt>
                <c:pt idx="112">
                  <c:v>0.9461</c:v>
                </c:pt>
                <c:pt idx="113">
                  <c:v>0.8159</c:v>
                </c:pt>
                <c:pt idx="114">
                  <c:v>0.8835</c:v>
                </c:pt>
                <c:pt idx="115">
                  <c:v>0.7592</c:v>
                </c:pt>
                <c:pt idx="116">
                  <c:v>0.8745</c:v>
                </c:pt>
                <c:pt idx="117">
                  <c:v>0.8015</c:v>
                </c:pt>
                <c:pt idx="118">
                  <c:v>0.8398</c:v>
                </c:pt>
                <c:pt idx="119">
                  <c:v>0.8336</c:v>
                </c:pt>
                <c:pt idx="120">
                  <c:v>0.9023</c:v>
                </c:pt>
                <c:pt idx="121">
                  <c:v>0.8586</c:v>
                </c:pt>
                <c:pt idx="122">
                  <c:v>0.9104</c:v>
                </c:pt>
                <c:pt idx="123">
                  <c:v>0.8982</c:v>
                </c:pt>
                <c:pt idx="124">
                  <c:v>0.7186</c:v>
                </c:pt>
                <c:pt idx="125">
                  <c:v>0.6192</c:v>
                </c:pt>
                <c:pt idx="126">
                  <c:v>0.8692</c:v>
                </c:pt>
                <c:pt idx="127">
                  <c:v>0.8513</c:v>
                </c:pt>
                <c:pt idx="128">
                  <c:v>0.9037</c:v>
                </c:pt>
                <c:pt idx="129">
                  <c:v>0.5316</c:v>
                </c:pt>
                <c:pt idx="130">
                  <c:v>0.8286</c:v>
                </c:pt>
                <c:pt idx="131">
                  <c:v>0.8694</c:v>
                </c:pt>
                <c:pt idx="132">
                  <c:v>0.9318</c:v>
                </c:pt>
                <c:pt idx="133">
                  <c:v>0.927</c:v>
                </c:pt>
                <c:pt idx="134">
                  <c:v>0.918</c:v>
                </c:pt>
                <c:pt idx="135">
                  <c:v>0.8398</c:v>
                </c:pt>
                <c:pt idx="136">
                  <c:v>0.7765</c:v>
                </c:pt>
                <c:pt idx="137">
                  <c:v>0.8162</c:v>
                </c:pt>
                <c:pt idx="138">
                  <c:v>0.688</c:v>
                </c:pt>
                <c:pt idx="139">
                  <c:v>0.878</c:v>
                </c:pt>
                <c:pt idx="140">
                  <c:v>0.8414</c:v>
                </c:pt>
                <c:pt idx="141">
                  <c:v>0.7939</c:v>
                </c:pt>
                <c:pt idx="142">
                  <c:v>0.8562</c:v>
                </c:pt>
                <c:pt idx="143">
                  <c:v>0.8633</c:v>
                </c:pt>
                <c:pt idx="144">
                  <c:v>0.9211</c:v>
                </c:pt>
                <c:pt idx="145">
                  <c:v>0.6097</c:v>
                </c:pt>
                <c:pt idx="146">
                  <c:v>0.8431</c:v>
                </c:pt>
                <c:pt idx="147">
                  <c:v>0.8603</c:v>
                </c:pt>
                <c:pt idx="148">
                  <c:v>0.8563</c:v>
                </c:pt>
                <c:pt idx="149">
                  <c:v>0.9086</c:v>
                </c:pt>
                <c:pt idx="150">
                  <c:v>0.9134</c:v>
                </c:pt>
                <c:pt idx="151">
                  <c:v>0.9096</c:v>
                </c:pt>
                <c:pt idx="152">
                  <c:v>0.6637</c:v>
                </c:pt>
                <c:pt idx="153">
                  <c:v>0.8641</c:v>
                </c:pt>
                <c:pt idx="154">
                  <c:v>0.7343</c:v>
                </c:pt>
                <c:pt idx="155">
                  <c:v>0.8964</c:v>
                </c:pt>
                <c:pt idx="156">
                  <c:v>1.0</c:v>
                </c:pt>
                <c:pt idx="157">
                  <c:v>0.8378</c:v>
                </c:pt>
                <c:pt idx="158">
                  <c:v>0.8392</c:v>
                </c:pt>
                <c:pt idx="159">
                  <c:v>0.8244</c:v>
                </c:pt>
                <c:pt idx="160">
                  <c:v>0.8182</c:v>
                </c:pt>
                <c:pt idx="161">
                  <c:v>0.9117</c:v>
                </c:pt>
                <c:pt idx="162">
                  <c:v>0.929</c:v>
                </c:pt>
                <c:pt idx="163">
                  <c:v>0.9114</c:v>
                </c:pt>
                <c:pt idx="164">
                  <c:v>0.8761</c:v>
                </c:pt>
                <c:pt idx="165">
                  <c:v>0.8904</c:v>
                </c:pt>
                <c:pt idx="166">
                  <c:v>0.8318</c:v>
                </c:pt>
                <c:pt idx="167">
                  <c:v>0.9027</c:v>
                </c:pt>
                <c:pt idx="168">
                  <c:v>0.7694</c:v>
                </c:pt>
                <c:pt idx="169">
                  <c:v>0.748</c:v>
                </c:pt>
                <c:pt idx="170">
                  <c:v>0.6091</c:v>
                </c:pt>
                <c:pt idx="171">
                  <c:v>0.8465</c:v>
                </c:pt>
                <c:pt idx="172">
                  <c:v>0.9484</c:v>
                </c:pt>
                <c:pt idx="173">
                  <c:v>0.7374</c:v>
                </c:pt>
                <c:pt idx="174">
                  <c:v>0.9036</c:v>
                </c:pt>
                <c:pt idx="175">
                  <c:v>0.6929</c:v>
                </c:pt>
                <c:pt idx="176">
                  <c:v>0.9129</c:v>
                </c:pt>
                <c:pt idx="177">
                  <c:v>0.7738</c:v>
                </c:pt>
                <c:pt idx="178">
                  <c:v>0.8776</c:v>
                </c:pt>
                <c:pt idx="179">
                  <c:v>0.9101</c:v>
                </c:pt>
                <c:pt idx="180">
                  <c:v>0.878</c:v>
                </c:pt>
                <c:pt idx="181">
                  <c:v>0.9031</c:v>
                </c:pt>
                <c:pt idx="182">
                  <c:v>0.843</c:v>
                </c:pt>
                <c:pt idx="183">
                  <c:v>0.7509</c:v>
                </c:pt>
                <c:pt idx="184">
                  <c:v>0.6272</c:v>
                </c:pt>
                <c:pt idx="185">
                  <c:v>0.6756</c:v>
                </c:pt>
                <c:pt idx="186">
                  <c:v>0.836</c:v>
                </c:pt>
                <c:pt idx="187">
                  <c:v>0.3972</c:v>
                </c:pt>
                <c:pt idx="188">
                  <c:v>0.8197</c:v>
                </c:pt>
                <c:pt idx="189">
                  <c:v>0.5933</c:v>
                </c:pt>
                <c:pt idx="190">
                  <c:v>0.9075</c:v>
                </c:pt>
                <c:pt idx="191">
                  <c:v>0.8451</c:v>
                </c:pt>
                <c:pt idx="192">
                  <c:v>0.8798</c:v>
                </c:pt>
                <c:pt idx="193">
                  <c:v>0.8568</c:v>
                </c:pt>
                <c:pt idx="194">
                  <c:v>0.846</c:v>
                </c:pt>
                <c:pt idx="195">
                  <c:v>0.7353</c:v>
                </c:pt>
                <c:pt idx="196">
                  <c:v>0.3919</c:v>
                </c:pt>
                <c:pt idx="197">
                  <c:v>0.8457</c:v>
                </c:pt>
                <c:pt idx="198">
                  <c:v>0.8792</c:v>
                </c:pt>
                <c:pt idx="199">
                  <c:v>0.5491</c:v>
                </c:pt>
                <c:pt idx="200">
                  <c:v>0.7764</c:v>
                </c:pt>
                <c:pt idx="201">
                  <c:v>0.6949</c:v>
                </c:pt>
                <c:pt idx="202">
                  <c:v>0.843</c:v>
                </c:pt>
                <c:pt idx="203">
                  <c:v>0.8881</c:v>
                </c:pt>
                <c:pt idx="204">
                  <c:v>0.6893</c:v>
                </c:pt>
                <c:pt idx="205">
                  <c:v>0.8077</c:v>
                </c:pt>
                <c:pt idx="206">
                  <c:v>0.9037</c:v>
                </c:pt>
                <c:pt idx="207">
                  <c:v>0.8816</c:v>
                </c:pt>
                <c:pt idx="208">
                  <c:v>0.7853</c:v>
                </c:pt>
                <c:pt idx="209">
                  <c:v>0.8032</c:v>
                </c:pt>
                <c:pt idx="210">
                  <c:v>0.7358</c:v>
                </c:pt>
                <c:pt idx="211">
                  <c:v>0.8564</c:v>
                </c:pt>
                <c:pt idx="212">
                  <c:v>0.9046</c:v>
                </c:pt>
                <c:pt idx="213">
                  <c:v>0.8953</c:v>
                </c:pt>
                <c:pt idx="214">
                  <c:v>0.8872</c:v>
                </c:pt>
                <c:pt idx="215">
                  <c:v>0.7457</c:v>
                </c:pt>
                <c:pt idx="216">
                  <c:v>0.9337</c:v>
                </c:pt>
                <c:pt idx="217">
                  <c:v>0.8593</c:v>
                </c:pt>
                <c:pt idx="218">
                  <c:v>0.8719</c:v>
                </c:pt>
                <c:pt idx="219">
                  <c:v>0.9155</c:v>
                </c:pt>
                <c:pt idx="220">
                  <c:v>0.8391</c:v>
                </c:pt>
                <c:pt idx="221">
                  <c:v>0.5582</c:v>
                </c:pt>
                <c:pt idx="222">
                  <c:v>0.6643</c:v>
                </c:pt>
                <c:pt idx="223">
                  <c:v>0.8426</c:v>
                </c:pt>
                <c:pt idx="224">
                  <c:v>0.8785</c:v>
                </c:pt>
                <c:pt idx="225">
                  <c:v>0.8205</c:v>
                </c:pt>
                <c:pt idx="226">
                  <c:v>0.7819</c:v>
                </c:pt>
                <c:pt idx="227">
                  <c:v>0.6716</c:v>
                </c:pt>
                <c:pt idx="228">
                  <c:v>0.8066</c:v>
                </c:pt>
                <c:pt idx="229">
                  <c:v>0.8772</c:v>
                </c:pt>
                <c:pt idx="230">
                  <c:v>0.3113</c:v>
                </c:pt>
                <c:pt idx="231">
                  <c:v>0.6556</c:v>
                </c:pt>
                <c:pt idx="232">
                  <c:v>0.9229</c:v>
                </c:pt>
                <c:pt idx="233">
                  <c:v>0.9167</c:v>
                </c:pt>
                <c:pt idx="234">
                  <c:v>0.9267</c:v>
                </c:pt>
                <c:pt idx="235">
                  <c:v>0.7799</c:v>
                </c:pt>
                <c:pt idx="236">
                  <c:v>0.893</c:v>
                </c:pt>
                <c:pt idx="237">
                  <c:v>0.5475</c:v>
                </c:pt>
                <c:pt idx="238">
                  <c:v>0.6106</c:v>
                </c:pt>
                <c:pt idx="239">
                  <c:v>0.9051</c:v>
                </c:pt>
                <c:pt idx="240">
                  <c:v>0.9096</c:v>
                </c:pt>
                <c:pt idx="241">
                  <c:v>0.8891</c:v>
                </c:pt>
                <c:pt idx="242">
                  <c:v>0.861</c:v>
                </c:pt>
                <c:pt idx="243">
                  <c:v>0.8917</c:v>
                </c:pt>
                <c:pt idx="244">
                  <c:v>0.8656</c:v>
                </c:pt>
                <c:pt idx="245">
                  <c:v>0.8809</c:v>
                </c:pt>
                <c:pt idx="246">
                  <c:v>0.6832</c:v>
                </c:pt>
                <c:pt idx="247">
                  <c:v>0.6743</c:v>
                </c:pt>
                <c:pt idx="248">
                  <c:v>0.8348</c:v>
                </c:pt>
                <c:pt idx="249">
                  <c:v>0.6622</c:v>
                </c:pt>
              </c:numCache>
            </c:numRef>
          </c:xVal>
          <c:yVal>
            <c:numRef>
              <c:f>Sheet1!$B$2:$B$251</c:f>
              <c:numCache>
                <c:formatCode>General</c:formatCode>
                <c:ptCount val="250"/>
                <c:pt idx="0">
                  <c:v>0.3433</c:v>
                </c:pt>
                <c:pt idx="1">
                  <c:v>0.512</c:v>
                </c:pt>
                <c:pt idx="2">
                  <c:v>0.4612</c:v>
                </c:pt>
                <c:pt idx="3">
                  <c:v>0.4856</c:v>
                </c:pt>
                <c:pt idx="4">
                  <c:v>0.3166</c:v>
                </c:pt>
                <c:pt idx="5">
                  <c:v>0.5888</c:v>
                </c:pt>
                <c:pt idx="6">
                  <c:v>0.5155</c:v>
                </c:pt>
                <c:pt idx="7">
                  <c:v>0.3177</c:v>
                </c:pt>
                <c:pt idx="8">
                  <c:v>0.5168</c:v>
                </c:pt>
                <c:pt idx="9">
                  <c:v>0.5581</c:v>
                </c:pt>
                <c:pt idx="10">
                  <c:v>0.4595</c:v>
                </c:pt>
                <c:pt idx="11">
                  <c:v>0.5918</c:v>
                </c:pt>
                <c:pt idx="12">
                  <c:v>0.5502</c:v>
                </c:pt>
                <c:pt idx="13">
                  <c:v>0.5207</c:v>
                </c:pt>
                <c:pt idx="14">
                  <c:v>0.2304</c:v>
                </c:pt>
                <c:pt idx="15">
                  <c:v>0.5935</c:v>
                </c:pt>
                <c:pt idx="16">
                  <c:v>0.4965</c:v>
                </c:pt>
                <c:pt idx="17">
                  <c:v>0.3241</c:v>
                </c:pt>
                <c:pt idx="18">
                  <c:v>0.4251</c:v>
                </c:pt>
                <c:pt idx="19">
                  <c:v>0.2298</c:v>
                </c:pt>
                <c:pt idx="20">
                  <c:v>0.4721</c:v>
                </c:pt>
                <c:pt idx="21">
                  <c:v>0.4004</c:v>
                </c:pt>
                <c:pt idx="22">
                  <c:v>0.3891</c:v>
                </c:pt>
                <c:pt idx="23">
                  <c:v>0.3392</c:v>
                </c:pt>
                <c:pt idx="24">
                  <c:v>0.5625</c:v>
                </c:pt>
                <c:pt idx="25">
                  <c:v>0.4267</c:v>
                </c:pt>
                <c:pt idx="26">
                  <c:v>0.2903</c:v>
                </c:pt>
                <c:pt idx="27">
                  <c:v>0.3965</c:v>
                </c:pt>
                <c:pt idx="28">
                  <c:v>0.5196</c:v>
                </c:pt>
                <c:pt idx="29">
                  <c:v>0.3765</c:v>
                </c:pt>
                <c:pt idx="30">
                  <c:v>0.2014</c:v>
                </c:pt>
                <c:pt idx="31">
                  <c:v>0.3154</c:v>
                </c:pt>
                <c:pt idx="32">
                  <c:v>0.4728</c:v>
                </c:pt>
                <c:pt idx="33">
                  <c:v>0.4835</c:v>
                </c:pt>
                <c:pt idx="34">
                  <c:v>0.4198</c:v>
                </c:pt>
                <c:pt idx="35">
                  <c:v>0.4889</c:v>
                </c:pt>
                <c:pt idx="36">
                  <c:v>0.5044</c:v>
                </c:pt>
                <c:pt idx="37">
                  <c:v>0.3371</c:v>
                </c:pt>
                <c:pt idx="38">
                  <c:v>0.1986</c:v>
                </c:pt>
                <c:pt idx="39">
                  <c:v>0.5056</c:v>
                </c:pt>
                <c:pt idx="40">
                  <c:v>0.3782</c:v>
                </c:pt>
                <c:pt idx="41">
                  <c:v>0.4982</c:v>
                </c:pt>
                <c:pt idx="42">
                  <c:v>0.4644</c:v>
                </c:pt>
                <c:pt idx="43">
                  <c:v>0.5459</c:v>
                </c:pt>
                <c:pt idx="44">
                  <c:v>0.3103</c:v>
                </c:pt>
                <c:pt idx="45">
                  <c:v>0.447</c:v>
                </c:pt>
                <c:pt idx="46">
                  <c:v>0.4089</c:v>
                </c:pt>
                <c:pt idx="47">
                  <c:v>0.4227</c:v>
                </c:pt>
                <c:pt idx="48">
                  <c:v>0.2833</c:v>
                </c:pt>
                <c:pt idx="49">
                  <c:v>0.5216</c:v>
                </c:pt>
                <c:pt idx="50">
                  <c:v>0.1673</c:v>
                </c:pt>
                <c:pt idx="51">
                  <c:v>0.5841</c:v>
                </c:pt>
                <c:pt idx="52">
                  <c:v>0.5106</c:v>
                </c:pt>
                <c:pt idx="53">
                  <c:v>0.5137</c:v>
                </c:pt>
                <c:pt idx="54">
                  <c:v>0.4376</c:v>
                </c:pt>
                <c:pt idx="55">
                  <c:v>0.2295</c:v>
                </c:pt>
                <c:pt idx="56">
                  <c:v>0.5218</c:v>
                </c:pt>
                <c:pt idx="57">
                  <c:v>0.5397</c:v>
                </c:pt>
                <c:pt idx="58">
                  <c:v>0.4837</c:v>
                </c:pt>
                <c:pt idx="59">
                  <c:v>0.491</c:v>
                </c:pt>
                <c:pt idx="60">
                  <c:v>0.3932</c:v>
                </c:pt>
                <c:pt idx="61">
                  <c:v>0.4075</c:v>
                </c:pt>
                <c:pt idx="62">
                  <c:v>0.4581</c:v>
                </c:pt>
                <c:pt idx="63">
                  <c:v>0.3348</c:v>
                </c:pt>
                <c:pt idx="64">
                  <c:v>0.2929</c:v>
                </c:pt>
                <c:pt idx="65">
                  <c:v>0.4966</c:v>
                </c:pt>
                <c:pt idx="66">
                  <c:v>0.4689</c:v>
                </c:pt>
                <c:pt idx="67">
                  <c:v>0.2889</c:v>
                </c:pt>
                <c:pt idx="68">
                  <c:v>0.218</c:v>
                </c:pt>
                <c:pt idx="69">
                  <c:v>0.4647</c:v>
                </c:pt>
                <c:pt idx="70">
                  <c:v>0.4806</c:v>
                </c:pt>
                <c:pt idx="71">
                  <c:v>0.5379</c:v>
                </c:pt>
                <c:pt idx="72">
                  <c:v>0.4753</c:v>
                </c:pt>
                <c:pt idx="73">
                  <c:v>0.5212</c:v>
                </c:pt>
                <c:pt idx="74">
                  <c:v>0.4767</c:v>
                </c:pt>
                <c:pt idx="75">
                  <c:v>0.5183</c:v>
                </c:pt>
                <c:pt idx="76">
                  <c:v>0.4814</c:v>
                </c:pt>
                <c:pt idx="77">
                  <c:v>0.4534</c:v>
                </c:pt>
                <c:pt idx="78">
                  <c:v>0.6006</c:v>
                </c:pt>
                <c:pt idx="79">
                  <c:v>0.5317</c:v>
                </c:pt>
                <c:pt idx="80">
                  <c:v>0.2528</c:v>
                </c:pt>
                <c:pt idx="81">
                  <c:v>0.3474</c:v>
                </c:pt>
                <c:pt idx="82">
                  <c:v>0.5081</c:v>
                </c:pt>
                <c:pt idx="83">
                  <c:v>0.3116</c:v>
                </c:pt>
                <c:pt idx="84">
                  <c:v>0.547</c:v>
                </c:pt>
                <c:pt idx="85">
                  <c:v>0.5311</c:v>
                </c:pt>
                <c:pt idx="86">
                  <c:v>0.504</c:v>
                </c:pt>
                <c:pt idx="87">
                  <c:v>0.5137</c:v>
                </c:pt>
                <c:pt idx="88">
                  <c:v>0.5454</c:v>
                </c:pt>
                <c:pt idx="89">
                  <c:v>0.4078</c:v>
                </c:pt>
                <c:pt idx="90">
                  <c:v>0.3321</c:v>
                </c:pt>
                <c:pt idx="91">
                  <c:v>0.3237</c:v>
                </c:pt>
                <c:pt idx="92">
                  <c:v>0.4264</c:v>
                </c:pt>
                <c:pt idx="93">
                  <c:v>0.2309</c:v>
                </c:pt>
                <c:pt idx="94">
                  <c:v>0.4057</c:v>
                </c:pt>
                <c:pt idx="95">
                  <c:v>0.4695</c:v>
                </c:pt>
                <c:pt idx="96">
                  <c:v>0.4111</c:v>
                </c:pt>
                <c:pt idx="97">
                  <c:v>0.536</c:v>
                </c:pt>
                <c:pt idx="98">
                  <c:v>0.319</c:v>
                </c:pt>
                <c:pt idx="99">
                  <c:v>0.4077</c:v>
                </c:pt>
                <c:pt idx="100">
                  <c:v>0.5775</c:v>
                </c:pt>
                <c:pt idx="101">
                  <c:v>0.5928</c:v>
                </c:pt>
                <c:pt idx="102">
                  <c:v>0.5572</c:v>
                </c:pt>
                <c:pt idx="103">
                  <c:v>0.2676</c:v>
                </c:pt>
                <c:pt idx="104">
                  <c:v>0.3821</c:v>
                </c:pt>
                <c:pt idx="105">
                  <c:v>0.3342</c:v>
                </c:pt>
                <c:pt idx="106">
                  <c:v>0.5392</c:v>
                </c:pt>
                <c:pt idx="107">
                  <c:v>0.5637</c:v>
                </c:pt>
                <c:pt idx="108">
                  <c:v>0.4295</c:v>
                </c:pt>
                <c:pt idx="109">
                  <c:v>0.4303</c:v>
                </c:pt>
                <c:pt idx="110">
                  <c:v>0.286</c:v>
                </c:pt>
                <c:pt idx="111">
                  <c:v>0.3801</c:v>
                </c:pt>
                <c:pt idx="112">
                  <c:v>0.5385</c:v>
                </c:pt>
                <c:pt idx="113">
                  <c:v>0.4525</c:v>
                </c:pt>
                <c:pt idx="114">
                  <c:v>0.5171</c:v>
                </c:pt>
                <c:pt idx="115">
                  <c:v>0.2449</c:v>
                </c:pt>
                <c:pt idx="116">
                  <c:v>0.4359</c:v>
                </c:pt>
                <c:pt idx="117">
                  <c:v>0.4445</c:v>
                </c:pt>
                <c:pt idx="118">
                  <c:v>0.4078</c:v>
                </c:pt>
                <c:pt idx="119">
                  <c:v>0.5948</c:v>
                </c:pt>
                <c:pt idx="120">
                  <c:v>0.4796</c:v>
                </c:pt>
                <c:pt idx="121">
                  <c:v>0.449</c:v>
                </c:pt>
                <c:pt idx="122">
                  <c:v>0.4899</c:v>
                </c:pt>
                <c:pt idx="123">
                  <c:v>0.4463</c:v>
                </c:pt>
                <c:pt idx="124">
                  <c:v>0.292</c:v>
                </c:pt>
                <c:pt idx="125">
                  <c:v>0.4541</c:v>
                </c:pt>
                <c:pt idx="126">
                  <c:v>0.5398</c:v>
                </c:pt>
                <c:pt idx="127">
                  <c:v>0.3378</c:v>
                </c:pt>
                <c:pt idx="128">
                  <c:v>0.5054</c:v>
                </c:pt>
                <c:pt idx="129">
                  <c:v>0.3797</c:v>
                </c:pt>
                <c:pt idx="130">
                  <c:v>0.4166</c:v>
                </c:pt>
                <c:pt idx="131">
                  <c:v>0.3896</c:v>
                </c:pt>
                <c:pt idx="132">
                  <c:v>0.5944</c:v>
                </c:pt>
                <c:pt idx="133">
                  <c:v>0.471</c:v>
                </c:pt>
                <c:pt idx="134">
                  <c:v>0.5971</c:v>
                </c:pt>
                <c:pt idx="135">
                  <c:v>0.472</c:v>
                </c:pt>
                <c:pt idx="136">
                  <c:v>0.2883</c:v>
                </c:pt>
                <c:pt idx="137">
                  <c:v>0.4081</c:v>
                </c:pt>
                <c:pt idx="138">
                  <c:v>0.4851</c:v>
                </c:pt>
                <c:pt idx="139">
                  <c:v>0.4745</c:v>
                </c:pt>
                <c:pt idx="140">
                  <c:v>0.5247</c:v>
                </c:pt>
                <c:pt idx="141">
                  <c:v>0.3218</c:v>
                </c:pt>
                <c:pt idx="142">
                  <c:v>0.4747</c:v>
                </c:pt>
                <c:pt idx="143">
                  <c:v>0.4955</c:v>
                </c:pt>
                <c:pt idx="144">
                  <c:v>0.5383</c:v>
                </c:pt>
                <c:pt idx="145">
                  <c:v>0.5364</c:v>
                </c:pt>
                <c:pt idx="146">
                  <c:v>0.4253</c:v>
                </c:pt>
                <c:pt idx="147">
                  <c:v>0.4671</c:v>
                </c:pt>
                <c:pt idx="148">
                  <c:v>0.4898</c:v>
                </c:pt>
                <c:pt idx="149">
                  <c:v>0.4709</c:v>
                </c:pt>
                <c:pt idx="150">
                  <c:v>0.5016</c:v>
                </c:pt>
                <c:pt idx="151">
                  <c:v>0.5392</c:v>
                </c:pt>
                <c:pt idx="152">
                  <c:v>0.5366</c:v>
                </c:pt>
                <c:pt idx="153">
                  <c:v>0.5209</c:v>
                </c:pt>
                <c:pt idx="154">
                  <c:v>0.2613</c:v>
                </c:pt>
                <c:pt idx="155">
                  <c:v>0.5782</c:v>
                </c:pt>
                <c:pt idx="156">
                  <c:v>0.5878</c:v>
                </c:pt>
                <c:pt idx="157">
                  <c:v>0.3872</c:v>
                </c:pt>
                <c:pt idx="158">
                  <c:v>0.427</c:v>
                </c:pt>
                <c:pt idx="159">
                  <c:v>0.4649</c:v>
                </c:pt>
                <c:pt idx="160">
                  <c:v>0.4265</c:v>
                </c:pt>
                <c:pt idx="161">
                  <c:v>0.4746</c:v>
                </c:pt>
                <c:pt idx="162">
                  <c:v>0.5436</c:v>
                </c:pt>
                <c:pt idx="163">
                  <c:v>0.5149</c:v>
                </c:pt>
                <c:pt idx="164">
                  <c:v>0.5252</c:v>
                </c:pt>
                <c:pt idx="165">
                  <c:v>0.4894</c:v>
                </c:pt>
                <c:pt idx="166">
                  <c:v>0.4388</c:v>
                </c:pt>
                <c:pt idx="167">
                  <c:v>0.4594</c:v>
                </c:pt>
                <c:pt idx="168">
                  <c:v>0.2786</c:v>
                </c:pt>
                <c:pt idx="169">
                  <c:v>0.3508</c:v>
                </c:pt>
                <c:pt idx="170">
                  <c:v>0.1751</c:v>
                </c:pt>
                <c:pt idx="171">
                  <c:v>0.576</c:v>
                </c:pt>
                <c:pt idx="172">
                  <c:v>0.5286</c:v>
                </c:pt>
                <c:pt idx="173">
                  <c:v>0.4405</c:v>
                </c:pt>
                <c:pt idx="174">
                  <c:v>0.5301</c:v>
                </c:pt>
                <c:pt idx="175">
                  <c:v>0.4066</c:v>
                </c:pt>
                <c:pt idx="176">
                  <c:v>0.5513</c:v>
                </c:pt>
                <c:pt idx="177">
                  <c:v>0.2461</c:v>
                </c:pt>
                <c:pt idx="178">
                  <c:v>0.5452</c:v>
                </c:pt>
                <c:pt idx="179">
                  <c:v>0.6121</c:v>
                </c:pt>
                <c:pt idx="180">
                  <c:v>0.5227</c:v>
                </c:pt>
                <c:pt idx="181">
                  <c:v>0.4473</c:v>
                </c:pt>
                <c:pt idx="182">
                  <c:v>0.5182</c:v>
                </c:pt>
                <c:pt idx="183">
                  <c:v>0.27</c:v>
                </c:pt>
                <c:pt idx="184">
                  <c:v>0.3834</c:v>
                </c:pt>
                <c:pt idx="185">
                  <c:v>0.2358</c:v>
                </c:pt>
                <c:pt idx="186">
                  <c:v>0.4021</c:v>
                </c:pt>
                <c:pt idx="187">
                  <c:v>0.2284</c:v>
                </c:pt>
                <c:pt idx="188">
                  <c:v>0.5108</c:v>
                </c:pt>
                <c:pt idx="189">
                  <c:v>0.2431</c:v>
                </c:pt>
                <c:pt idx="190">
                  <c:v>0.4913</c:v>
                </c:pt>
                <c:pt idx="191">
                  <c:v>0.3696</c:v>
                </c:pt>
                <c:pt idx="192">
                  <c:v>0.5273</c:v>
                </c:pt>
                <c:pt idx="193">
                  <c:v>0.4086</c:v>
                </c:pt>
                <c:pt idx="194">
                  <c:v>0.4383</c:v>
                </c:pt>
                <c:pt idx="195">
                  <c:v>0.2997</c:v>
                </c:pt>
                <c:pt idx="196">
                  <c:v>0.5464</c:v>
                </c:pt>
                <c:pt idx="197">
                  <c:v>0.4888</c:v>
                </c:pt>
                <c:pt idx="198">
                  <c:v>0.49</c:v>
                </c:pt>
                <c:pt idx="199">
                  <c:v>0.2046</c:v>
                </c:pt>
                <c:pt idx="200">
                  <c:v>0.3414</c:v>
                </c:pt>
                <c:pt idx="201">
                  <c:v>0.3026</c:v>
                </c:pt>
                <c:pt idx="202">
                  <c:v>0.3676</c:v>
                </c:pt>
                <c:pt idx="203">
                  <c:v>0.4547</c:v>
                </c:pt>
                <c:pt idx="204">
                  <c:v>0.3005</c:v>
                </c:pt>
                <c:pt idx="205">
                  <c:v>0.4737</c:v>
                </c:pt>
                <c:pt idx="206">
                  <c:v>0.5259</c:v>
                </c:pt>
                <c:pt idx="207">
                  <c:v>0.5721</c:v>
                </c:pt>
                <c:pt idx="208">
                  <c:v>0.4078</c:v>
                </c:pt>
                <c:pt idx="209">
                  <c:v>0.3773</c:v>
                </c:pt>
                <c:pt idx="210">
                  <c:v>0.4294</c:v>
                </c:pt>
                <c:pt idx="211">
                  <c:v>0.4324</c:v>
                </c:pt>
                <c:pt idx="212">
                  <c:v>0.5214</c:v>
                </c:pt>
                <c:pt idx="213">
                  <c:v>0.4967</c:v>
                </c:pt>
                <c:pt idx="214">
                  <c:v>0.6039</c:v>
                </c:pt>
                <c:pt idx="215">
                  <c:v>0.3504</c:v>
                </c:pt>
                <c:pt idx="216">
                  <c:v>0.5979</c:v>
                </c:pt>
                <c:pt idx="217">
                  <c:v>0.4353</c:v>
                </c:pt>
                <c:pt idx="218">
                  <c:v>0.4207</c:v>
                </c:pt>
                <c:pt idx="219">
                  <c:v>0.4626</c:v>
                </c:pt>
                <c:pt idx="220">
                  <c:v>0.4293</c:v>
                </c:pt>
                <c:pt idx="221">
                  <c:v>0.2588</c:v>
                </c:pt>
                <c:pt idx="222">
                  <c:v>0.1934</c:v>
                </c:pt>
                <c:pt idx="223">
                  <c:v>0.4091</c:v>
                </c:pt>
                <c:pt idx="224">
                  <c:v>0.4036</c:v>
                </c:pt>
                <c:pt idx="225">
                  <c:v>0.4432</c:v>
                </c:pt>
                <c:pt idx="226">
                  <c:v>0.5788</c:v>
                </c:pt>
                <c:pt idx="227">
                  <c:v>0.1988</c:v>
                </c:pt>
                <c:pt idx="228">
                  <c:v>0.4503</c:v>
                </c:pt>
                <c:pt idx="229">
                  <c:v>0.4147</c:v>
                </c:pt>
                <c:pt idx="230">
                  <c:v>0.6172</c:v>
                </c:pt>
                <c:pt idx="231">
                  <c:v>0.2636</c:v>
                </c:pt>
                <c:pt idx="232">
                  <c:v>0.5101</c:v>
                </c:pt>
                <c:pt idx="233">
                  <c:v>0.517</c:v>
                </c:pt>
                <c:pt idx="234">
                  <c:v>0.5503</c:v>
                </c:pt>
                <c:pt idx="235">
                  <c:v>0.2811</c:v>
                </c:pt>
                <c:pt idx="236">
                  <c:v>0.5719</c:v>
                </c:pt>
                <c:pt idx="237">
                  <c:v>0.2036</c:v>
                </c:pt>
                <c:pt idx="238">
                  <c:v>0.1872</c:v>
                </c:pt>
                <c:pt idx="239">
                  <c:v>0.5504</c:v>
                </c:pt>
                <c:pt idx="240">
                  <c:v>0.6039</c:v>
                </c:pt>
                <c:pt idx="241">
                  <c:v>0.5241</c:v>
                </c:pt>
                <c:pt idx="242">
                  <c:v>0.3621</c:v>
                </c:pt>
                <c:pt idx="243">
                  <c:v>0.5104</c:v>
                </c:pt>
                <c:pt idx="244">
                  <c:v>0.4421</c:v>
                </c:pt>
                <c:pt idx="245">
                  <c:v>0.5595</c:v>
                </c:pt>
                <c:pt idx="246">
                  <c:v>0.3172</c:v>
                </c:pt>
                <c:pt idx="247">
                  <c:v>0.3814</c:v>
                </c:pt>
                <c:pt idx="248">
                  <c:v>0.4367</c:v>
                </c:pt>
                <c:pt idx="249">
                  <c:v>0.2684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Sheet1!$B$253</c:f>
              <c:strCache>
                <c:ptCount val="1"/>
                <c:pt idx="0">
                  <c:v>malignant</c:v>
                </c:pt>
              </c:strCache>
            </c:strRef>
          </c:tx>
          <c:spPr>
            <a:ln w="47625">
              <a:noFill/>
            </a:ln>
          </c:spPr>
          <c:marker>
            <c:symbol val="diamond"/>
            <c:size val="5"/>
            <c:spPr>
              <a:solidFill>
                <a:srgbClr val="FB5A6A"/>
              </a:solidFill>
              <a:ln>
                <a:noFill/>
              </a:ln>
            </c:spPr>
          </c:marker>
          <c:xVal>
            <c:numRef>
              <c:f>Sheet1!$A$254:$A$503</c:f>
              <c:numCache>
                <c:formatCode>General</c:formatCode>
                <c:ptCount val="250"/>
                <c:pt idx="0">
                  <c:v>0.741</c:v>
                </c:pt>
                <c:pt idx="1">
                  <c:v>0.4429</c:v>
                </c:pt>
                <c:pt idx="2">
                  <c:v>0.6139</c:v>
                </c:pt>
                <c:pt idx="3">
                  <c:v>0.7362</c:v>
                </c:pt>
                <c:pt idx="4">
                  <c:v>0.4278</c:v>
                </c:pt>
                <c:pt idx="5">
                  <c:v>0.818</c:v>
                </c:pt>
                <c:pt idx="6">
                  <c:v>0.4565</c:v>
                </c:pt>
                <c:pt idx="7">
                  <c:v>0.6586</c:v>
                </c:pt>
                <c:pt idx="8">
                  <c:v>0.6445</c:v>
                </c:pt>
                <c:pt idx="9">
                  <c:v>0.736</c:v>
                </c:pt>
                <c:pt idx="10">
                  <c:v>0.224</c:v>
                </c:pt>
                <c:pt idx="11">
                  <c:v>0.8175</c:v>
                </c:pt>
                <c:pt idx="12">
                  <c:v>0.5061</c:v>
                </c:pt>
                <c:pt idx="13">
                  <c:v>0.4214</c:v>
                </c:pt>
                <c:pt idx="14">
                  <c:v>0.5127</c:v>
                </c:pt>
                <c:pt idx="15">
                  <c:v>0.4951</c:v>
                </c:pt>
                <c:pt idx="16">
                  <c:v>0.4643</c:v>
                </c:pt>
                <c:pt idx="17">
                  <c:v>0.1858</c:v>
                </c:pt>
                <c:pt idx="18">
                  <c:v>0.6668</c:v>
                </c:pt>
                <c:pt idx="19">
                  <c:v>0.1759</c:v>
                </c:pt>
                <c:pt idx="20">
                  <c:v>0.7299</c:v>
                </c:pt>
                <c:pt idx="21">
                  <c:v>0.4802</c:v>
                </c:pt>
                <c:pt idx="22">
                  <c:v>0.3805</c:v>
                </c:pt>
                <c:pt idx="23">
                  <c:v>0.7642</c:v>
                </c:pt>
                <c:pt idx="24">
                  <c:v>0.2716</c:v>
                </c:pt>
                <c:pt idx="25">
                  <c:v>0.4979</c:v>
                </c:pt>
                <c:pt idx="26">
                  <c:v>0.6756</c:v>
                </c:pt>
                <c:pt idx="27">
                  <c:v>0.7996</c:v>
                </c:pt>
                <c:pt idx="28">
                  <c:v>0.5719</c:v>
                </c:pt>
                <c:pt idx="29">
                  <c:v>0.7412</c:v>
                </c:pt>
                <c:pt idx="30">
                  <c:v>0.6663</c:v>
                </c:pt>
                <c:pt idx="31">
                  <c:v>0.786</c:v>
                </c:pt>
                <c:pt idx="32">
                  <c:v>0.4308</c:v>
                </c:pt>
                <c:pt idx="33">
                  <c:v>0.4958</c:v>
                </c:pt>
                <c:pt idx="34">
                  <c:v>0.5737</c:v>
                </c:pt>
                <c:pt idx="35">
                  <c:v>0.853</c:v>
                </c:pt>
                <c:pt idx="36">
                  <c:v>0.4986</c:v>
                </c:pt>
                <c:pt idx="37">
                  <c:v>0.6051</c:v>
                </c:pt>
                <c:pt idx="38">
                  <c:v>0.8097</c:v>
                </c:pt>
                <c:pt idx="39">
                  <c:v>0.8939</c:v>
                </c:pt>
                <c:pt idx="40">
                  <c:v>0.7895</c:v>
                </c:pt>
                <c:pt idx="41">
                  <c:v>0.3421</c:v>
                </c:pt>
                <c:pt idx="42">
                  <c:v>0.4415</c:v>
                </c:pt>
                <c:pt idx="43">
                  <c:v>0.4093</c:v>
                </c:pt>
                <c:pt idx="44">
                  <c:v>0.5811</c:v>
                </c:pt>
                <c:pt idx="45">
                  <c:v>0.4397</c:v>
                </c:pt>
                <c:pt idx="46">
                  <c:v>0.4917</c:v>
                </c:pt>
                <c:pt idx="47">
                  <c:v>0.4988</c:v>
                </c:pt>
                <c:pt idx="48">
                  <c:v>0.2181</c:v>
                </c:pt>
                <c:pt idx="49">
                  <c:v>0.627</c:v>
                </c:pt>
                <c:pt idx="50">
                  <c:v>0.4755</c:v>
                </c:pt>
                <c:pt idx="51">
                  <c:v>0.6374</c:v>
                </c:pt>
                <c:pt idx="52">
                  <c:v>0.3283</c:v>
                </c:pt>
                <c:pt idx="53">
                  <c:v>0.4787</c:v>
                </c:pt>
                <c:pt idx="54">
                  <c:v>0.6667</c:v>
                </c:pt>
                <c:pt idx="55">
                  <c:v>0.3837</c:v>
                </c:pt>
                <c:pt idx="56">
                  <c:v>0.6578</c:v>
                </c:pt>
                <c:pt idx="57">
                  <c:v>0.4656</c:v>
                </c:pt>
                <c:pt idx="58">
                  <c:v>0.54</c:v>
                </c:pt>
                <c:pt idx="59">
                  <c:v>0.5139</c:v>
                </c:pt>
                <c:pt idx="60">
                  <c:v>0.6735</c:v>
                </c:pt>
                <c:pt idx="61">
                  <c:v>0.5811</c:v>
                </c:pt>
                <c:pt idx="62">
                  <c:v>0.4436</c:v>
                </c:pt>
                <c:pt idx="63">
                  <c:v>0.5909</c:v>
                </c:pt>
                <c:pt idx="64">
                  <c:v>0.3931</c:v>
                </c:pt>
                <c:pt idx="65">
                  <c:v>0.6004</c:v>
                </c:pt>
                <c:pt idx="66">
                  <c:v>0.8221</c:v>
                </c:pt>
                <c:pt idx="67">
                  <c:v>0.4943</c:v>
                </c:pt>
                <c:pt idx="68">
                  <c:v>0.5153</c:v>
                </c:pt>
                <c:pt idx="69">
                  <c:v>0.7278</c:v>
                </c:pt>
                <c:pt idx="70">
                  <c:v>0.4736</c:v>
                </c:pt>
                <c:pt idx="71">
                  <c:v>0.3792</c:v>
                </c:pt>
                <c:pt idx="72">
                  <c:v>0.5308</c:v>
                </c:pt>
                <c:pt idx="73">
                  <c:v>0.5479</c:v>
                </c:pt>
                <c:pt idx="74">
                  <c:v>0.2747</c:v>
                </c:pt>
                <c:pt idx="75">
                  <c:v>0.3295</c:v>
                </c:pt>
                <c:pt idx="76">
                  <c:v>0.7408</c:v>
                </c:pt>
                <c:pt idx="77">
                  <c:v>0.7813</c:v>
                </c:pt>
                <c:pt idx="78">
                  <c:v>0.4347</c:v>
                </c:pt>
                <c:pt idx="79">
                  <c:v>0.6309</c:v>
                </c:pt>
                <c:pt idx="80">
                  <c:v>0.4615</c:v>
                </c:pt>
                <c:pt idx="81">
                  <c:v>0.5906</c:v>
                </c:pt>
                <c:pt idx="82">
                  <c:v>0.6411</c:v>
                </c:pt>
                <c:pt idx="83">
                  <c:v>0.7107</c:v>
                </c:pt>
                <c:pt idx="84">
                  <c:v>0.6567</c:v>
                </c:pt>
                <c:pt idx="85">
                  <c:v>0.2787</c:v>
                </c:pt>
                <c:pt idx="86">
                  <c:v>0.6939</c:v>
                </c:pt>
                <c:pt idx="87">
                  <c:v>0.6861</c:v>
                </c:pt>
                <c:pt idx="88">
                  <c:v>0.2366</c:v>
                </c:pt>
                <c:pt idx="89">
                  <c:v>0.5854</c:v>
                </c:pt>
                <c:pt idx="90">
                  <c:v>0.2719</c:v>
                </c:pt>
                <c:pt idx="91">
                  <c:v>0.6917</c:v>
                </c:pt>
                <c:pt idx="92">
                  <c:v>0.6178</c:v>
                </c:pt>
                <c:pt idx="93">
                  <c:v>0.5878</c:v>
                </c:pt>
                <c:pt idx="94">
                  <c:v>0.7203</c:v>
                </c:pt>
                <c:pt idx="95">
                  <c:v>0.4404</c:v>
                </c:pt>
                <c:pt idx="96">
                  <c:v>0.3265</c:v>
                </c:pt>
                <c:pt idx="97">
                  <c:v>0.6935</c:v>
                </c:pt>
                <c:pt idx="98">
                  <c:v>0.6908</c:v>
                </c:pt>
                <c:pt idx="99">
                  <c:v>0.7815</c:v>
                </c:pt>
                <c:pt idx="100">
                  <c:v>0.5913</c:v>
                </c:pt>
                <c:pt idx="101">
                  <c:v>0.3319</c:v>
                </c:pt>
                <c:pt idx="102">
                  <c:v>0.5593</c:v>
                </c:pt>
                <c:pt idx="103">
                  <c:v>0.4083</c:v>
                </c:pt>
                <c:pt idx="104">
                  <c:v>0.1268</c:v>
                </c:pt>
                <c:pt idx="105">
                  <c:v>0.7042</c:v>
                </c:pt>
                <c:pt idx="106">
                  <c:v>0.8174</c:v>
                </c:pt>
                <c:pt idx="107">
                  <c:v>0.4892</c:v>
                </c:pt>
                <c:pt idx="108">
                  <c:v>0.4773</c:v>
                </c:pt>
                <c:pt idx="109">
                  <c:v>0.5119</c:v>
                </c:pt>
                <c:pt idx="110">
                  <c:v>0.4241</c:v>
                </c:pt>
                <c:pt idx="111">
                  <c:v>0.7515</c:v>
                </c:pt>
                <c:pt idx="112">
                  <c:v>0.7997</c:v>
                </c:pt>
                <c:pt idx="113">
                  <c:v>0.3512</c:v>
                </c:pt>
                <c:pt idx="114">
                  <c:v>0.8147</c:v>
                </c:pt>
                <c:pt idx="115">
                  <c:v>0.1794</c:v>
                </c:pt>
                <c:pt idx="116">
                  <c:v>0.627</c:v>
                </c:pt>
                <c:pt idx="117">
                  <c:v>0.6618</c:v>
                </c:pt>
                <c:pt idx="118">
                  <c:v>0.5348</c:v>
                </c:pt>
                <c:pt idx="119">
                  <c:v>0.7297</c:v>
                </c:pt>
                <c:pt idx="120">
                  <c:v>0.3076</c:v>
                </c:pt>
                <c:pt idx="121">
                  <c:v>0.8092</c:v>
                </c:pt>
                <c:pt idx="122">
                  <c:v>0.253</c:v>
                </c:pt>
                <c:pt idx="123">
                  <c:v>0.7318</c:v>
                </c:pt>
                <c:pt idx="124">
                  <c:v>0.5748</c:v>
                </c:pt>
                <c:pt idx="125">
                  <c:v>0.1738</c:v>
                </c:pt>
                <c:pt idx="126">
                  <c:v>0.7651</c:v>
                </c:pt>
                <c:pt idx="127">
                  <c:v>0.451</c:v>
                </c:pt>
                <c:pt idx="128">
                  <c:v>0.204</c:v>
                </c:pt>
                <c:pt idx="129">
                  <c:v>0.8464</c:v>
                </c:pt>
                <c:pt idx="130">
                  <c:v>0.4699</c:v>
                </c:pt>
                <c:pt idx="131">
                  <c:v>0.6531</c:v>
                </c:pt>
                <c:pt idx="132">
                  <c:v>0.5685</c:v>
                </c:pt>
                <c:pt idx="133">
                  <c:v>0.1163</c:v>
                </c:pt>
                <c:pt idx="134">
                  <c:v>0.5041</c:v>
                </c:pt>
                <c:pt idx="135">
                  <c:v>0.6396</c:v>
                </c:pt>
                <c:pt idx="136">
                  <c:v>0.6547</c:v>
                </c:pt>
                <c:pt idx="137">
                  <c:v>0.7442</c:v>
                </c:pt>
                <c:pt idx="138">
                  <c:v>0.7699</c:v>
                </c:pt>
                <c:pt idx="139">
                  <c:v>0.3708</c:v>
                </c:pt>
                <c:pt idx="140">
                  <c:v>0.7876</c:v>
                </c:pt>
                <c:pt idx="141">
                  <c:v>0.2649</c:v>
                </c:pt>
                <c:pt idx="142">
                  <c:v>0.3225</c:v>
                </c:pt>
                <c:pt idx="143">
                  <c:v>0.1218</c:v>
                </c:pt>
                <c:pt idx="144">
                  <c:v>0.2529</c:v>
                </c:pt>
                <c:pt idx="145">
                  <c:v>0.8108</c:v>
                </c:pt>
                <c:pt idx="146">
                  <c:v>0.2042</c:v>
                </c:pt>
                <c:pt idx="147">
                  <c:v>0.4194</c:v>
                </c:pt>
                <c:pt idx="148">
                  <c:v>0.6249</c:v>
                </c:pt>
                <c:pt idx="149">
                  <c:v>0.4842</c:v>
                </c:pt>
                <c:pt idx="150">
                  <c:v>0.3544</c:v>
                </c:pt>
                <c:pt idx="151">
                  <c:v>0.6636</c:v>
                </c:pt>
                <c:pt idx="152">
                  <c:v>0.6049</c:v>
                </c:pt>
                <c:pt idx="153">
                  <c:v>0.3422</c:v>
                </c:pt>
                <c:pt idx="154">
                  <c:v>0.5552</c:v>
                </c:pt>
                <c:pt idx="155">
                  <c:v>0.8026</c:v>
                </c:pt>
                <c:pt idx="156">
                  <c:v>0.7772</c:v>
                </c:pt>
                <c:pt idx="157">
                  <c:v>0.66</c:v>
                </c:pt>
                <c:pt idx="158">
                  <c:v>0.1935</c:v>
                </c:pt>
                <c:pt idx="159">
                  <c:v>0.6933</c:v>
                </c:pt>
                <c:pt idx="160">
                  <c:v>0.6434</c:v>
                </c:pt>
                <c:pt idx="161">
                  <c:v>0.6913</c:v>
                </c:pt>
                <c:pt idx="162">
                  <c:v>0.4137</c:v>
                </c:pt>
                <c:pt idx="163">
                  <c:v>0.7682</c:v>
                </c:pt>
                <c:pt idx="164">
                  <c:v>0.702</c:v>
                </c:pt>
                <c:pt idx="165">
                  <c:v>0.3752</c:v>
                </c:pt>
                <c:pt idx="166">
                  <c:v>0.4347</c:v>
                </c:pt>
                <c:pt idx="167">
                  <c:v>0.9065</c:v>
                </c:pt>
                <c:pt idx="168">
                  <c:v>0.3556</c:v>
                </c:pt>
                <c:pt idx="169">
                  <c:v>0.4121</c:v>
                </c:pt>
                <c:pt idx="170">
                  <c:v>0.6094</c:v>
                </c:pt>
                <c:pt idx="171">
                  <c:v>0.6785</c:v>
                </c:pt>
                <c:pt idx="172">
                  <c:v>0.2865</c:v>
                </c:pt>
                <c:pt idx="173">
                  <c:v>0.4664</c:v>
                </c:pt>
                <c:pt idx="174">
                  <c:v>0.5749</c:v>
                </c:pt>
                <c:pt idx="175">
                  <c:v>0.5314</c:v>
                </c:pt>
                <c:pt idx="176">
                  <c:v>0.7246</c:v>
                </c:pt>
                <c:pt idx="177">
                  <c:v>0.1238</c:v>
                </c:pt>
                <c:pt idx="178">
                  <c:v>0.4881</c:v>
                </c:pt>
                <c:pt idx="179">
                  <c:v>0.6377</c:v>
                </c:pt>
                <c:pt idx="180">
                  <c:v>0.2192</c:v>
                </c:pt>
                <c:pt idx="181">
                  <c:v>0.3511</c:v>
                </c:pt>
                <c:pt idx="182">
                  <c:v>0.0</c:v>
                </c:pt>
                <c:pt idx="183">
                  <c:v>0.417</c:v>
                </c:pt>
                <c:pt idx="184">
                  <c:v>0.7612</c:v>
                </c:pt>
                <c:pt idx="185">
                  <c:v>0.3504</c:v>
                </c:pt>
                <c:pt idx="186">
                  <c:v>0.6288</c:v>
                </c:pt>
                <c:pt idx="187">
                  <c:v>0.4769</c:v>
                </c:pt>
                <c:pt idx="188">
                  <c:v>0.6353</c:v>
                </c:pt>
                <c:pt idx="189">
                  <c:v>0.4443</c:v>
                </c:pt>
                <c:pt idx="190">
                  <c:v>0.4437</c:v>
                </c:pt>
                <c:pt idx="191">
                  <c:v>0.3941</c:v>
                </c:pt>
                <c:pt idx="192">
                  <c:v>0.6713</c:v>
                </c:pt>
                <c:pt idx="193">
                  <c:v>0.7367</c:v>
                </c:pt>
                <c:pt idx="194">
                  <c:v>0.8321</c:v>
                </c:pt>
                <c:pt idx="195">
                  <c:v>0.4237</c:v>
                </c:pt>
                <c:pt idx="196">
                  <c:v>0.4191</c:v>
                </c:pt>
                <c:pt idx="197">
                  <c:v>0.5654</c:v>
                </c:pt>
                <c:pt idx="198">
                  <c:v>0.4945</c:v>
                </c:pt>
                <c:pt idx="199">
                  <c:v>0.7297</c:v>
                </c:pt>
                <c:pt idx="200">
                  <c:v>0.7825</c:v>
                </c:pt>
                <c:pt idx="201">
                  <c:v>0.1842</c:v>
                </c:pt>
                <c:pt idx="202">
                  <c:v>0.3434</c:v>
                </c:pt>
                <c:pt idx="203">
                  <c:v>0.5767</c:v>
                </c:pt>
                <c:pt idx="204">
                  <c:v>0.7439</c:v>
                </c:pt>
                <c:pt idx="205">
                  <c:v>0.7295</c:v>
                </c:pt>
                <c:pt idx="206">
                  <c:v>0.5879</c:v>
                </c:pt>
                <c:pt idx="207">
                  <c:v>0.6554</c:v>
                </c:pt>
                <c:pt idx="208">
                  <c:v>0.5356</c:v>
                </c:pt>
                <c:pt idx="209">
                  <c:v>0.1896</c:v>
                </c:pt>
                <c:pt idx="210">
                  <c:v>0.7726</c:v>
                </c:pt>
                <c:pt idx="211">
                  <c:v>0.5545</c:v>
                </c:pt>
                <c:pt idx="212">
                  <c:v>0.5026</c:v>
                </c:pt>
                <c:pt idx="213">
                  <c:v>0.6943</c:v>
                </c:pt>
                <c:pt idx="214">
                  <c:v>0.8587</c:v>
                </c:pt>
                <c:pt idx="215">
                  <c:v>0.7449</c:v>
                </c:pt>
                <c:pt idx="216">
                  <c:v>0.7886</c:v>
                </c:pt>
                <c:pt idx="217">
                  <c:v>0.4263</c:v>
                </c:pt>
                <c:pt idx="218">
                  <c:v>0.7629</c:v>
                </c:pt>
                <c:pt idx="219">
                  <c:v>0.5164</c:v>
                </c:pt>
                <c:pt idx="220">
                  <c:v>0.4373</c:v>
                </c:pt>
                <c:pt idx="221">
                  <c:v>0.697</c:v>
                </c:pt>
                <c:pt idx="222">
                  <c:v>0.4143</c:v>
                </c:pt>
                <c:pt idx="223">
                  <c:v>0.5838</c:v>
                </c:pt>
                <c:pt idx="224">
                  <c:v>0.7147</c:v>
                </c:pt>
                <c:pt idx="225">
                  <c:v>0.4847</c:v>
                </c:pt>
                <c:pt idx="226">
                  <c:v>0.7053</c:v>
                </c:pt>
                <c:pt idx="227">
                  <c:v>0.5733</c:v>
                </c:pt>
                <c:pt idx="228">
                  <c:v>0.2668</c:v>
                </c:pt>
                <c:pt idx="229">
                  <c:v>0.9388</c:v>
                </c:pt>
                <c:pt idx="230">
                  <c:v>0.0064</c:v>
                </c:pt>
                <c:pt idx="231">
                  <c:v>0.581</c:v>
                </c:pt>
                <c:pt idx="232">
                  <c:v>0.49</c:v>
                </c:pt>
                <c:pt idx="233">
                  <c:v>0.7832</c:v>
                </c:pt>
                <c:pt idx="234">
                  <c:v>0.2791</c:v>
                </c:pt>
                <c:pt idx="235">
                  <c:v>0.6753</c:v>
                </c:pt>
                <c:pt idx="236">
                  <c:v>0.5818</c:v>
                </c:pt>
                <c:pt idx="237">
                  <c:v>0.71</c:v>
                </c:pt>
                <c:pt idx="238">
                  <c:v>0.5295</c:v>
                </c:pt>
                <c:pt idx="239">
                  <c:v>0.761</c:v>
                </c:pt>
                <c:pt idx="240">
                  <c:v>0.4848</c:v>
                </c:pt>
                <c:pt idx="241">
                  <c:v>0.7373</c:v>
                </c:pt>
                <c:pt idx="242">
                  <c:v>0.2581</c:v>
                </c:pt>
                <c:pt idx="243">
                  <c:v>0.5529</c:v>
                </c:pt>
                <c:pt idx="244">
                  <c:v>0.7039</c:v>
                </c:pt>
                <c:pt idx="245">
                  <c:v>0.6676</c:v>
                </c:pt>
                <c:pt idx="246">
                  <c:v>0.8744</c:v>
                </c:pt>
                <c:pt idx="247">
                  <c:v>0.3239</c:v>
                </c:pt>
                <c:pt idx="248">
                  <c:v>0.8692</c:v>
                </c:pt>
                <c:pt idx="249">
                  <c:v>0.3433</c:v>
                </c:pt>
              </c:numCache>
            </c:numRef>
          </c:xVal>
          <c:yVal>
            <c:numRef>
              <c:f>Sheet1!$B$254:$B$503</c:f>
              <c:numCache>
                <c:formatCode>General</c:formatCode>
                <c:ptCount val="250"/>
                <c:pt idx="0">
                  <c:v>0.2407</c:v>
                </c:pt>
                <c:pt idx="1">
                  <c:v>0.5667</c:v>
                </c:pt>
                <c:pt idx="2">
                  <c:v>0.2147</c:v>
                </c:pt>
                <c:pt idx="3">
                  <c:v>0.2561</c:v>
                </c:pt>
                <c:pt idx="4">
                  <c:v>0.4703</c:v>
                </c:pt>
                <c:pt idx="5">
                  <c:v>0.5243</c:v>
                </c:pt>
                <c:pt idx="6">
                  <c:v>0.1879</c:v>
                </c:pt>
                <c:pt idx="7">
                  <c:v>0.1338</c:v>
                </c:pt>
                <c:pt idx="8">
                  <c:v>0.233</c:v>
                </c:pt>
                <c:pt idx="9">
                  <c:v>0.292</c:v>
                </c:pt>
                <c:pt idx="10">
                  <c:v>0.6502</c:v>
                </c:pt>
                <c:pt idx="11">
                  <c:v>0.3074</c:v>
                </c:pt>
                <c:pt idx="12">
                  <c:v>0.2679</c:v>
                </c:pt>
                <c:pt idx="13">
                  <c:v>0.4272</c:v>
                </c:pt>
                <c:pt idx="14">
                  <c:v>0.1494</c:v>
                </c:pt>
                <c:pt idx="15">
                  <c:v>0.367</c:v>
                </c:pt>
                <c:pt idx="16">
                  <c:v>0.4264</c:v>
                </c:pt>
                <c:pt idx="17">
                  <c:v>0.7248</c:v>
                </c:pt>
                <c:pt idx="18">
                  <c:v>0.3776</c:v>
                </c:pt>
                <c:pt idx="19">
                  <c:v>0.7765</c:v>
                </c:pt>
                <c:pt idx="20">
                  <c:v>0.1891</c:v>
                </c:pt>
                <c:pt idx="21">
                  <c:v>0.1068</c:v>
                </c:pt>
                <c:pt idx="22">
                  <c:v>0.4727</c:v>
                </c:pt>
                <c:pt idx="23">
                  <c:v>0.3034</c:v>
                </c:pt>
                <c:pt idx="24">
                  <c:v>0.5677</c:v>
                </c:pt>
                <c:pt idx="25">
                  <c:v>0.1929</c:v>
                </c:pt>
                <c:pt idx="26">
                  <c:v>0.2009</c:v>
                </c:pt>
                <c:pt idx="27">
                  <c:v>0.2989</c:v>
                </c:pt>
                <c:pt idx="28">
                  <c:v>0.3035</c:v>
                </c:pt>
                <c:pt idx="29">
                  <c:v>0.2846</c:v>
                </c:pt>
                <c:pt idx="30">
                  <c:v>0.2503</c:v>
                </c:pt>
                <c:pt idx="31">
                  <c:v>0.3515</c:v>
                </c:pt>
                <c:pt idx="32">
                  <c:v>0.3707</c:v>
                </c:pt>
                <c:pt idx="33">
                  <c:v>0.2986</c:v>
                </c:pt>
                <c:pt idx="34">
                  <c:v>0.0831</c:v>
                </c:pt>
                <c:pt idx="35">
                  <c:v>0.3788</c:v>
                </c:pt>
                <c:pt idx="36">
                  <c:v>0.2509</c:v>
                </c:pt>
                <c:pt idx="37">
                  <c:v>0.3023</c:v>
                </c:pt>
                <c:pt idx="38">
                  <c:v>0.3992</c:v>
                </c:pt>
                <c:pt idx="39">
                  <c:v>0.4321</c:v>
                </c:pt>
                <c:pt idx="40">
                  <c:v>0.5042</c:v>
                </c:pt>
                <c:pt idx="41">
                  <c:v>0.4055</c:v>
                </c:pt>
                <c:pt idx="42">
                  <c:v>0.2916</c:v>
                </c:pt>
                <c:pt idx="43">
                  <c:v>0.3899</c:v>
                </c:pt>
                <c:pt idx="44">
                  <c:v>0.1848</c:v>
                </c:pt>
                <c:pt idx="45">
                  <c:v>0.1845</c:v>
                </c:pt>
                <c:pt idx="46">
                  <c:v>0.14</c:v>
                </c:pt>
                <c:pt idx="47">
                  <c:v>0.3297</c:v>
                </c:pt>
                <c:pt idx="48">
                  <c:v>0.6798</c:v>
                </c:pt>
                <c:pt idx="49">
                  <c:v>0.3043</c:v>
                </c:pt>
                <c:pt idx="50">
                  <c:v>0.433</c:v>
                </c:pt>
                <c:pt idx="51">
                  <c:v>0.2135</c:v>
                </c:pt>
                <c:pt idx="52">
                  <c:v>0.5361</c:v>
                </c:pt>
                <c:pt idx="53">
                  <c:v>0.0403</c:v>
                </c:pt>
                <c:pt idx="54">
                  <c:v>0.4072</c:v>
                </c:pt>
                <c:pt idx="55">
                  <c:v>0.4187</c:v>
                </c:pt>
                <c:pt idx="56">
                  <c:v>0.238</c:v>
                </c:pt>
                <c:pt idx="57">
                  <c:v>0.4451</c:v>
                </c:pt>
                <c:pt idx="58">
                  <c:v>0.3433</c:v>
                </c:pt>
                <c:pt idx="59">
                  <c:v>0.3555</c:v>
                </c:pt>
                <c:pt idx="60">
                  <c:v>0.2425</c:v>
                </c:pt>
                <c:pt idx="61">
                  <c:v>0.3379</c:v>
                </c:pt>
                <c:pt idx="62">
                  <c:v>0.5349</c:v>
                </c:pt>
                <c:pt idx="63">
                  <c:v>0.3222</c:v>
                </c:pt>
                <c:pt idx="64">
                  <c:v>0.0542</c:v>
                </c:pt>
                <c:pt idx="65">
                  <c:v>0.1735</c:v>
                </c:pt>
                <c:pt idx="66">
                  <c:v>0.321</c:v>
                </c:pt>
                <c:pt idx="67">
                  <c:v>0.1942</c:v>
                </c:pt>
                <c:pt idx="68">
                  <c:v>0.4381</c:v>
                </c:pt>
                <c:pt idx="69">
                  <c:v>0.2389</c:v>
                </c:pt>
                <c:pt idx="70">
                  <c:v>0.2277</c:v>
                </c:pt>
                <c:pt idx="71">
                  <c:v>0.4377</c:v>
                </c:pt>
                <c:pt idx="72">
                  <c:v>0.3689</c:v>
                </c:pt>
                <c:pt idx="73">
                  <c:v>0.3557</c:v>
                </c:pt>
                <c:pt idx="74">
                  <c:v>0.6439</c:v>
                </c:pt>
                <c:pt idx="75">
                  <c:v>0.006</c:v>
                </c:pt>
                <c:pt idx="76">
                  <c:v>0.297</c:v>
                </c:pt>
                <c:pt idx="77">
                  <c:v>0.3282</c:v>
                </c:pt>
                <c:pt idx="78">
                  <c:v>0.444</c:v>
                </c:pt>
                <c:pt idx="79">
                  <c:v>0.1787</c:v>
                </c:pt>
                <c:pt idx="80">
                  <c:v>0.4774</c:v>
                </c:pt>
                <c:pt idx="81">
                  <c:v>0.1227</c:v>
                </c:pt>
                <c:pt idx="82">
                  <c:v>0.2503</c:v>
                </c:pt>
                <c:pt idx="83">
                  <c:v>0.2739</c:v>
                </c:pt>
                <c:pt idx="84">
                  <c:v>0.212</c:v>
                </c:pt>
                <c:pt idx="85">
                  <c:v>0.6491</c:v>
                </c:pt>
                <c:pt idx="86">
                  <c:v>0.2295</c:v>
                </c:pt>
                <c:pt idx="87">
                  <c:v>0.3652</c:v>
                </c:pt>
                <c:pt idx="88">
                  <c:v>0.5889</c:v>
                </c:pt>
                <c:pt idx="89">
                  <c:v>0.4289</c:v>
                </c:pt>
                <c:pt idx="90">
                  <c:v>0.585</c:v>
                </c:pt>
                <c:pt idx="91">
                  <c:v>0.287</c:v>
                </c:pt>
                <c:pt idx="92">
                  <c:v>0.3404</c:v>
                </c:pt>
                <c:pt idx="93">
                  <c:v>0.4475</c:v>
                </c:pt>
                <c:pt idx="94">
                  <c:v>0.3208</c:v>
                </c:pt>
                <c:pt idx="95">
                  <c:v>0.1341</c:v>
                </c:pt>
                <c:pt idx="96">
                  <c:v>0.5297</c:v>
                </c:pt>
                <c:pt idx="97">
                  <c:v>0.3752</c:v>
                </c:pt>
                <c:pt idx="98">
                  <c:v>0.243</c:v>
                </c:pt>
                <c:pt idx="99">
                  <c:v>0.347</c:v>
                </c:pt>
                <c:pt idx="100">
                  <c:v>0.1773</c:v>
                </c:pt>
                <c:pt idx="101">
                  <c:v>0.5054</c:v>
                </c:pt>
                <c:pt idx="102">
                  <c:v>0.2751</c:v>
                </c:pt>
                <c:pt idx="103">
                  <c:v>0.478</c:v>
                </c:pt>
                <c:pt idx="104">
                  <c:v>0.8359</c:v>
                </c:pt>
                <c:pt idx="105">
                  <c:v>0.3239</c:v>
                </c:pt>
                <c:pt idx="106">
                  <c:v>0.4677</c:v>
                </c:pt>
                <c:pt idx="107">
                  <c:v>0.3829</c:v>
                </c:pt>
                <c:pt idx="108">
                  <c:v>0.0767</c:v>
                </c:pt>
                <c:pt idx="109">
                  <c:v>0.3712</c:v>
                </c:pt>
                <c:pt idx="110">
                  <c:v>0.2871</c:v>
                </c:pt>
                <c:pt idx="111">
                  <c:v>0.2665</c:v>
                </c:pt>
                <c:pt idx="112">
                  <c:v>0.3465</c:v>
                </c:pt>
                <c:pt idx="113">
                  <c:v>0.2519</c:v>
                </c:pt>
                <c:pt idx="114">
                  <c:v>0.3521</c:v>
                </c:pt>
                <c:pt idx="115">
                  <c:v>0.784</c:v>
                </c:pt>
                <c:pt idx="116">
                  <c:v>0.4504</c:v>
                </c:pt>
                <c:pt idx="117">
                  <c:v>0.3332</c:v>
                </c:pt>
                <c:pt idx="118">
                  <c:v>0.0995</c:v>
                </c:pt>
                <c:pt idx="119">
                  <c:v>0.3073</c:v>
                </c:pt>
                <c:pt idx="120">
                  <c:v>0.5645</c:v>
                </c:pt>
                <c:pt idx="121">
                  <c:v>0.3839</c:v>
                </c:pt>
                <c:pt idx="122">
                  <c:v>0.6926</c:v>
                </c:pt>
                <c:pt idx="123">
                  <c:v>0.2196</c:v>
                </c:pt>
                <c:pt idx="124">
                  <c:v>0.4495</c:v>
                </c:pt>
                <c:pt idx="125">
                  <c:v>0.7499</c:v>
                </c:pt>
                <c:pt idx="126">
                  <c:v>0.3286</c:v>
                </c:pt>
                <c:pt idx="127">
                  <c:v>0.4537</c:v>
                </c:pt>
                <c:pt idx="128">
                  <c:v>0.753</c:v>
                </c:pt>
                <c:pt idx="129">
                  <c:v>0.3941</c:v>
                </c:pt>
                <c:pt idx="130">
                  <c:v>0.265</c:v>
                </c:pt>
                <c:pt idx="131">
                  <c:v>0.1875</c:v>
                </c:pt>
                <c:pt idx="132">
                  <c:v>0.3933</c:v>
                </c:pt>
                <c:pt idx="133">
                  <c:v>0.8007</c:v>
                </c:pt>
                <c:pt idx="134">
                  <c:v>0.0798</c:v>
                </c:pt>
                <c:pt idx="135">
                  <c:v>0.317</c:v>
                </c:pt>
                <c:pt idx="136">
                  <c:v>0.3206</c:v>
                </c:pt>
                <c:pt idx="137">
                  <c:v>0.3021</c:v>
                </c:pt>
                <c:pt idx="138">
                  <c:v>0.3772</c:v>
                </c:pt>
                <c:pt idx="139">
                  <c:v>0.2202</c:v>
                </c:pt>
                <c:pt idx="140">
                  <c:v>0.2701</c:v>
                </c:pt>
                <c:pt idx="141">
                  <c:v>0.6653</c:v>
                </c:pt>
                <c:pt idx="142">
                  <c:v>0.6168</c:v>
                </c:pt>
                <c:pt idx="143">
                  <c:v>0.7942</c:v>
                </c:pt>
                <c:pt idx="144">
                  <c:v>0.5608</c:v>
                </c:pt>
                <c:pt idx="145">
                  <c:v>0.3496</c:v>
                </c:pt>
                <c:pt idx="146">
                  <c:v>0.6075</c:v>
                </c:pt>
                <c:pt idx="147">
                  <c:v>0.4183</c:v>
                </c:pt>
                <c:pt idx="148">
                  <c:v>0.2357</c:v>
                </c:pt>
                <c:pt idx="149">
                  <c:v>0.0343</c:v>
                </c:pt>
                <c:pt idx="150">
                  <c:v>0.0</c:v>
                </c:pt>
                <c:pt idx="151">
                  <c:v>0.5115</c:v>
                </c:pt>
                <c:pt idx="152">
                  <c:v>0.2133</c:v>
                </c:pt>
                <c:pt idx="153">
                  <c:v>0.2337</c:v>
                </c:pt>
                <c:pt idx="154">
                  <c:v>0.1174</c:v>
                </c:pt>
                <c:pt idx="155">
                  <c:v>0.3187</c:v>
                </c:pt>
                <c:pt idx="156">
                  <c:v>0.292</c:v>
                </c:pt>
                <c:pt idx="157">
                  <c:v>0.1337</c:v>
                </c:pt>
                <c:pt idx="158">
                  <c:v>0.663</c:v>
                </c:pt>
                <c:pt idx="159">
                  <c:v>0.349</c:v>
                </c:pt>
                <c:pt idx="160">
                  <c:v>0.2644</c:v>
                </c:pt>
                <c:pt idx="161">
                  <c:v>0.2272</c:v>
                </c:pt>
                <c:pt idx="162">
                  <c:v>0.5106</c:v>
                </c:pt>
                <c:pt idx="163">
                  <c:v>0.3253</c:v>
                </c:pt>
                <c:pt idx="164">
                  <c:v>0.2526</c:v>
                </c:pt>
                <c:pt idx="165">
                  <c:v>0.5427</c:v>
                </c:pt>
                <c:pt idx="166">
                  <c:v>0.5506</c:v>
                </c:pt>
                <c:pt idx="167">
                  <c:v>0.5438</c:v>
                </c:pt>
                <c:pt idx="168">
                  <c:v>0.2741</c:v>
                </c:pt>
                <c:pt idx="169">
                  <c:v>0.489</c:v>
                </c:pt>
                <c:pt idx="170">
                  <c:v>0.2096</c:v>
                </c:pt>
                <c:pt idx="171">
                  <c:v>0.2903</c:v>
                </c:pt>
                <c:pt idx="172">
                  <c:v>0.4365</c:v>
                </c:pt>
                <c:pt idx="173">
                  <c:v>0.3438</c:v>
                </c:pt>
                <c:pt idx="174">
                  <c:v>0.2721</c:v>
                </c:pt>
                <c:pt idx="175">
                  <c:v>0.3704</c:v>
                </c:pt>
                <c:pt idx="176">
                  <c:v>0.2429</c:v>
                </c:pt>
                <c:pt idx="177">
                  <c:v>0.8441</c:v>
                </c:pt>
                <c:pt idx="178">
                  <c:v>0.3791</c:v>
                </c:pt>
                <c:pt idx="179">
                  <c:v>0.2345</c:v>
                </c:pt>
                <c:pt idx="180">
                  <c:v>0.3005</c:v>
                </c:pt>
                <c:pt idx="181">
                  <c:v>0.3311</c:v>
                </c:pt>
                <c:pt idx="182">
                  <c:v>1.0</c:v>
                </c:pt>
                <c:pt idx="183">
                  <c:v>0.3973</c:v>
                </c:pt>
                <c:pt idx="184">
                  <c:v>0.346</c:v>
                </c:pt>
                <c:pt idx="185">
                  <c:v>0.544</c:v>
                </c:pt>
                <c:pt idx="186">
                  <c:v>0.2132</c:v>
                </c:pt>
                <c:pt idx="187">
                  <c:v>0.3222</c:v>
                </c:pt>
                <c:pt idx="188">
                  <c:v>0.2647</c:v>
                </c:pt>
                <c:pt idx="189">
                  <c:v>0.3152</c:v>
                </c:pt>
                <c:pt idx="190">
                  <c:v>0.5593</c:v>
                </c:pt>
                <c:pt idx="191">
                  <c:v>0.4625</c:v>
                </c:pt>
                <c:pt idx="192">
                  <c:v>0.2689</c:v>
                </c:pt>
                <c:pt idx="193">
                  <c:v>0.436</c:v>
                </c:pt>
                <c:pt idx="194">
                  <c:v>0.4381</c:v>
                </c:pt>
                <c:pt idx="195">
                  <c:v>0.3136</c:v>
                </c:pt>
                <c:pt idx="196">
                  <c:v>0.4539</c:v>
                </c:pt>
                <c:pt idx="197">
                  <c:v>0.1297</c:v>
                </c:pt>
                <c:pt idx="198">
                  <c:v>0.2149</c:v>
                </c:pt>
                <c:pt idx="199">
                  <c:v>0.2952</c:v>
                </c:pt>
                <c:pt idx="200">
                  <c:v>0.3068</c:v>
                </c:pt>
                <c:pt idx="201">
                  <c:v>0.7029</c:v>
                </c:pt>
                <c:pt idx="202">
                  <c:v>0.4268</c:v>
                </c:pt>
                <c:pt idx="203">
                  <c:v>0.3086</c:v>
                </c:pt>
                <c:pt idx="204">
                  <c:v>0.3093</c:v>
                </c:pt>
                <c:pt idx="205">
                  <c:v>0.3102</c:v>
                </c:pt>
                <c:pt idx="206">
                  <c:v>0.1693</c:v>
                </c:pt>
                <c:pt idx="207">
                  <c:v>0.2212</c:v>
                </c:pt>
                <c:pt idx="208">
                  <c:v>0.269</c:v>
                </c:pt>
                <c:pt idx="209">
                  <c:v>0.6487</c:v>
                </c:pt>
                <c:pt idx="210">
                  <c:v>0.2764</c:v>
                </c:pt>
                <c:pt idx="211">
                  <c:v>0.4501</c:v>
                </c:pt>
                <c:pt idx="212">
                  <c:v>0.3718</c:v>
                </c:pt>
                <c:pt idx="213">
                  <c:v>0.2452</c:v>
                </c:pt>
                <c:pt idx="214">
                  <c:v>0.5625</c:v>
                </c:pt>
                <c:pt idx="215">
                  <c:v>0.2667</c:v>
                </c:pt>
                <c:pt idx="216">
                  <c:v>0.3321</c:v>
                </c:pt>
                <c:pt idx="217">
                  <c:v>0.4067</c:v>
                </c:pt>
                <c:pt idx="218">
                  <c:v>0.4577</c:v>
                </c:pt>
                <c:pt idx="219">
                  <c:v>0.1235</c:v>
                </c:pt>
                <c:pt idx="220">
                  <c:v>0.1082</c:v>
                </c:pt>
                <c:pt idx="221">
                  <c:v>0.2202</c:v>
                </c:pt>
                <c:pt idx="222">
                  <c:v>0.4672</c:v>
                </c:pt>
                <c:pt idx="223">
                  <c:v>0.1725</c:v>
                </c:pt>
                <c:pt idx="224">
                  <c:v>0.2302</c:v>
                </c:pt>
                <c:pt idx="225">
                  <c:v>0.0029</c:v>
                </c:pt>
                <c:pt idx="226">
                  <c:v>0.2523</c:v>
                </c:pt>
                <c:pt idx="227">
                  <c:v>0.2334</c:v>
                </c:pt>
                <c:pt idx="228">
                  <c:v>0.6939</c:v>
                </c:pt>
                <c:pt idx="229">
                  <c:v>0.3622</c:v>
                </c:pt>
                <c:pt idx="230">
                  <c:v>0.9003</c:v>
                </c:pt>
                <c:pt idx="231">
                  <c:v>0.4094</c:v>
                </c:pt>
                <c:pt idx="232">
                  <c:v>0.4283</c:v>
                </c:pt>
                <c:pt idx="233">
                  <c:v>0.2616</c:v>
                </c:pt>
                <c:pt idx="234">
                  <c:v>0.5773</c:v>
                </c:pt>
                <c:pt idx="235">
                  <c:v>0.2768</c:v>
                </c:pt>
                <c:pt idx="236">
                  <c:v>0.1479</c:v>
                </c:pt>
                <c:pt idx="237">
                  <c:v>0.2724</c:v>
                </c:pt>
                <c:pt idx="238">
                  <c:v>0.165</c:v>
                </c:pt>
                <c:pt idx="239">
                  <c:v>0.3611</c:v>
                </c:pt>
                <c:pt idx="240">
                  <c:v>0.1865</c:v>
                </c:pt>
                <c:pt idx="241">
                  <c:v>0.273</c:v>
                </c:pt>
                <c:pt idx="242">
                  <c:v>0.699</c:v>
                </c:pt>
                <c:pt idx="243">
                  <c:v>0.2244</c:v>
                </c:pt>
                <c:pt idx="244">
                  <c:v>0.1927</c:v>
                </c:pt>
                <c:pt idx="245">
                  <c:v>0.3525</c:v>
                </c:pt>
                <c:pt idx="246">
                  <c:v>0.4339</c:v>
                </c:pt>
                <c:pt idx="247">
                  <c:v>0.5665</c:v>
                </c:pt>
                <c:pt idx="248">
                  <c:v>0.3956</c:v>
                </c:pt>
                <c:pt idx="249">
                  <c:v>0.5181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232E3C"/>
            </a:solidFill>
          </a:ln>
        </c:spPr>
        <c:txPr>
          <a:bodyPr/>
          <a:lstStyle/>
          <a:p>
            <a:pPr>
              <a:defRPr sz="1000">
                <a:solidFill>
                  <a:srgbClr val="8B98A8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1.0"/>
          <c:min val="0.0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232E3C"/>
            </a:solidFill>
          </a:ln>
        </c:spPr>
        <c:txPr>
          <a:bodyPr/>
          <a:lstStyle/>
          <a:p>
            <a:pPr>
              <a:defRPr sz="1000">
                <a:solidFill>
                  <a:srgbClr val="8B98A8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8B98A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B8CFF"/>
                </a:solidFill>
                <a:latin typeface="Consolas"/>
              </a:rPr>
              <a:t>HAM10000 · MULTIMODAL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9875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EAF0F7"/>
                </a:solidFill>
                <a:latin typeface="Segoe UI Semibold"/>
              </a:rPr>
              <a:t>Can patient history help a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EAF0F7"/>
                </a:solidFill>
                <a:latin typeface="Segoe UI Semibold"/>
              </a:rPr>
              <a:t>model catch skin cancer?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B98A8"/>
                </a:solidFill>
                <a:latin typeface="Segoe UI"/>
              </a:rPr>
              <a:t>An image-plus-metadata classifier for benign vs. malignant skin lesions,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B98A8"/>
                </a:solidFill>
                <a:latin typeface="Segoe UI"/>
              </a:rPr>
              <a:t>evaluated honestly on 500 held-out cases the model never trained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D7D92"/>
                </a:solidFill>
                <a:latin typeface="Consolas"/>
              </a:rPr>
              <a:t>github.com/evanwang810/skin-cancer-multimodal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EAF0F7"/>
                </a:solidFill>
                <a:latin typeface="Segoe UI Semibold"/>
              </a:rPr>
              <a:t>A dermoscopy photo isn't the whole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961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8B98A8"/>
                </a:solidFill>
                <a:latin typeface="Segoe UI"/>
              </a:rPr>
              <a:t>A dermatologist doesn't just look at a lesion — they factor in the patient's age, sex, and where on the body it is. Melanoma risk climbs sharply with age; different lesion types cluster on different body sites. An image-only model throws that context away. This project asks whether adding it back — as a second, small encoder fused with the image features — measurably helps.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DATA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HAM10000, split by lesion — not by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9601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10,015 dermoscopy images across 7 diagnoses, collapsed to benign vs. malignant. The dataset has multiple photos of the same lesion — a naive random split can put near-duplicate images of one lesion in both train and test, quietly inflating every metric. This project splits by lesion ID first, 70/15/15, so no lesion crosses the train/val/test boundary.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40480"/>
            <a:ext cx="301752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7→2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6451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DIAGNOSES COLLAPSED TO BENIGN/MALIGNANT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3840480"/>
            <a:ext cx="301752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395020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70/15/15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6451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LESION-GROUPED 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840480"/>
            <a:ext cx="301752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395020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6451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TEST CASES ANALYZED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Two encoders, fused, one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2331720" cy="2377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D7D92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Image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965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98A8"/>
                </a:solidFill>
                <a:latin typeface="Segoe UI"/>
              </a:rPr>
              <a:t>ResNet50, pretrained on ImageNet, fine-tuned on dermoscopy → feature vector.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194560"/>
            <a:ext cx="2331720" cy="2377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D7D92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8036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Metadata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46120"/>
            <a:ext cx="1965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98A8"/>
                </a:solidFill>
                <a:latin typeface="Segoe UI"/>
              </a:rPr>
              <a:t>Small MLP over age, sex, lesion location → its own feature vector.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194560"/>
            <a:ext cx="2331720" cy="2377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33172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D7D92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88036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Fuse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46120"/>
            <a:ext cx="1965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98A8"/>
                </a:solidFill>
                <a:latin typeface="Segoe UI"/>
              </a:rPr>
              <a:t>The two vectors are concatenated into one lesion representation.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194560"/>
            <a:ext cx="2331720" cy="237744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D7D92"/>
                </a:solidFill>
                <a:latin typeface="Segoe UI Semibol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AF0F7"/>
                </a:solidFill>
                <a:latin typeface="Segoe UI"/>
              </a:rPr>
              <a:t>Classify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1965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98A8"/>
                </a:solidFill>
                <a:latin typeface="Segoe UI"/>
              </a:rPr>
              <a:t>One layer → P(malignant); threshold tuned on the validation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On 500 held-out test lesions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228600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21408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3BA3E8"/>
                </a:solidFill>
                <a:latin typeface="Consolas"/>
              </a:rPr>
              <a:t>0.903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163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011680"/>
            <a:ext cx="228600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2121408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82.6%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8163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011680"/>
            <a:ext cx="228600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21408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85.6%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8163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MALIGNANT 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228600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121408"/>
            <a:ext cx="2011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80.8%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816352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566160"/>
            <a:ext cx="9601200" cy="91440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576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D7D92"/>
                </a:solidFill>
                <a:latin typeface="Segoe UI"/>
              </a:rPr>
              <a:t>⚠  The image-only vs. multimodal comparison from this run wasn't saved to a file (notebook outputs were cleared before export) — it lives in the notebook's own printed output, not reproduced here from memory. What follows is the multimodal model's real performance and where it does and doesn't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What the fused features actually look like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965960"/>
          <a:ext cx="60350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2103120"/>
            <a:ext cx="4206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8A8"/>
                </a:solidFill>
                <a:latin typeface="Segoe UI"/>
              </a:rPr>
              <a:t>Each point is one of the 500 test lesions — its fused image+metadata vector, reduced to 2D with PCA. No clinical unit on the axes; they're just the two directions of largest variation in what the model learned.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297680"/>
            <a:ext cx="4206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The two colors mostly separate into their own regions — a sign the model learned a real decision boundary, not noise. The cases in the mixed middle are where it's least certain.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 REAL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Confidently, correctly malignant</a:t>
            </a:r>
          </a:p>
        </p:txBody>
      </p:sp>
      <p:pic>
        <p:nvPicPr>
          <p:cNvPr id="5" name="Picture 4" descr="96_or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2377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dermoscopy</a:t>
            </a:r>
          </a:p>
        </p:txBody>
      </p:sp>
      <p:pic>
        <p:nvPicPr>
          <p:cNvPr id="7" name="Picture 6" descr="96_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10312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60" y="452628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grad-cam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031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46C2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46C26A"/>
                </a:solidFill>
                <a:latin typeface="Consolas"/>
              </a:rPr>
              <a:t>correct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06040"/>
            <a:ext cx="5303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P(malignant) = 1.00. The Grad-CAM heat sits on the lesion itself, not the surrounding skin — a sign the model is keying on the right region, not a background artifact.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8A8"/>
                </a:solidFill>
                <a:latin typeface="Consolas"/>
              </a:rPr>
              <a:t>age 65 · male · face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A REAL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Segoe UI Semibold"/>
              </a:rPr>
              <a:t>Confidently, incorrectly benign</a:t>
            </a:r>
          </a:p>
        </p:txBody>
      </p:sp>
      <p:pic>
        <p:nvPicPr>
          <p:cNvPr id="5" name="Picture 4" descr="330_or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2377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dermoscopy</a:t>
            </a:r>
          </a:p>
        </p:txBody>
      </p:sp>
      <p:pic>
        <p:nvPicPr>
          <p:cNvPr id="7" name="Picture 6" descr="330_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10312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37560" y="452628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D7D92"/>
                </a:solidFill>
                <a:latin typeface="Consolas"/>
              </a:rPr>
              <a:t>grad-cam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031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D121A"/>
          </a:solidFill>
          <a:ln w="12700">
            <a:solidFill>
              <a:srgbClr val="FB5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FB5A6A"/>
                </a:solidFill>
                <a:latin typeface="Consolas"/>
              </a:rPr>
              <a:t>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06040"/>
            <a:ext cx="5303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This lesion was malignant. The model gave it P(malignant) = 0.00 — not a borderline call, a confident miss. Cases like this are why recall and error analysis matter more than a single accuracy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8A8"/>
                </a:solidFill>
                <a:latin typeface="Consolas"/>
              </a:rPr>
              <a:t>age 50 · female ·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EAF0F7"/>
                </a:solidFill>
                <a:latin typeface="Segoe UI Semibold"/>
              </a:rPr>
              <a:t>Age carries real signal — and a real weakness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9601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Malignant rate climbs from 18.2% under 30 to 74.5% at 75+ in this sample — exactly the epidemiological pattern that gives the metadata encoder something real to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recall, under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761488"/>
            <a:ext cx="60350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2761488"/>
            <a:ext cx="3017520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50.0%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recall, 75+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264408"/>
            <a:ext cx="60350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51760" y="3264408"/>
            <a:ext cx="5704319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32461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94.5%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8686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Younger malignant lesions are rarer in this data and get caught less often — the harder case, not the common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EAF0F7"/>
                </a:solidFill>
                <a:latin typeface="Segoe UI Semibold"/>
              </a:rPr>
              <a:t>Recall depends on where the lesion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face (n=52)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93852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1760" y="1938528"/>
            <a:ext cx="6321494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92024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lower extremity (n=103)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4144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2441448"/>
            <a:ext cx="6017008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242316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92.7%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back (n=123)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94436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51760" y="2944368"/>
            <a:ext cx="5620332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92608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2900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trunk (n=53)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344728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51760" y="3447288"/>
            <a:ext cx="3246120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4290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50.0%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9319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abdomen (n=38)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3950208"/>
            <a:ext cx="64922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651760" y="3950208"/>
            <a:ext cx="3895344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39319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60.0%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7548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D7D92"/>
                </a:solidFill>
                <a:latin typeface="Segoe UI"/>
              </a:rPr>
              <a:t>Abdomen recall (20%, n=10 malignant) is the weakest reliable signal in the data — a real gap, not noise, though still a small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F0F7"/>
                </a:solidFill>
                <a:latin typeface="Segoe UI Semibold"/>
              </a:rPr>
              <a:t>A recall gap by sex, observed but not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Malignant recall is 87.1% for male patients versus 83.2% for female patients in this sample — a 4-point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male (n=282)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761488"/>
            <a:ext cx="60350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51760" y="2761488"/>
            <a:ext cx="5256519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87.1%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8A8"/>
                </a:solidFill>
                <a:latin typeface="Consolas"/>
              </a:rPr>
              <a:t>female (n=218)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264408"/>
            <a:ext cx="6035040" cy="274320"/>
          </a:xfrm>
          <a:prstGeom prst="roundRect">
            <a:avLst>
              <a:gd name="adj" fmla="val 35000"/>
            </a:avLst>
          </a:prstGeom>
          <a:solidFill>
            <a:srgbClr val="0D121A"/>
          </a:solidFill>
          <a:ln w="9525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51760" y="3264408"/>
            <a:ext cx="5018739" cy="274320"/>
          </a:xfrm>
          <a:prstGeom prst="roundRect">
            <a:avLst>
              <a:gd name="adj" fmla="val 35000"/>
            </a:avLst>
          </a:prstGeom>
          <a:solidFill>
            <a:srgbClr val="3B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32461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AF0F7"/>
                </a:solidFill>
                <a:latin typeface="Consolas"/>
              </a:rPr>
              <a:t>83.2%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31920"/>
            <a:ext cx="9601200" cy="914400"/>
          </a:xfrm>
          <a:prstGeom prst="roundRect">
            <a:avLst>
              <a:gd name="adj" fmla="val 6000"/>
            </a:avLst>
          </a:prstGeom>
          <a:solidFill>
            <a:srgbClr val="0D121A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D7D92"/>
                </a:solidFill>
                <a:latin typeface="Segoe UI"/>
              </a:rPr>
              <a:t>⚠  This is an observed pattern in one 500-case sample, not a demonstrated cause. It could reflect which lesion types are more common by sex in this dataset rather than the model treating sexes differently — worth investigating further, not worth overclaiming.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Confidence isn't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On average the model is more confident when it's right than when it's wrong — a sign of reasonable calibration. But of its 87 errors on this sample, 37 (42%) were confidently wrong, not borderline calls like the case shown earlier.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292608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310128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0.40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005072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AVG. CONFIDENCE, CORRECT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40" y="3200400"/>
            <a:ext cx="292608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3310128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0.30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005072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AVG. CONFIDENCE, WRONG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00400"/>
            <a:ext cx="2926080" cy="1188720"/>
          </a:xfrm>
          <a:prstGeom prst="roundRect">
            <a:avLst>
              <a:gd name="adj" fmla="val 6000"/>
            </a:avLst>
          </a:prstGeom>
          <a:solidFill>
            <a:srgbClr val="121924"/>
          </a:solidFill>
          <a:ln w="12700">
            <a:solidFill>
              <a:srgbClr val="23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3310128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EAF0F7"/>
                </a:solidFill>
                <a:latin typeface="Consolas"/>
              </a:rPr>
              <a:t>42%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005072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8A8"/>
                </a:solidFill>
                <a:latin typeface="Segoe UI"/>
              </a:rPr>
              <a:t>OF ERRORS, CONFIDENTLY WRONG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8CFF"/>
                </a:solidFill>
                <a:latin typeface="Consolas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AF0F7"/>
                </a:solidFill>
                <a:latin typeface="Segoe UI Semibold"/>
              </a:rPr>
              <a:t>What this isn't,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D7D92"/>
                </a:solidFill>
                <a:latin typeface="Segoe UI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20240"/>
            <a:ext cx="9326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Image-only comparison not reproduced here — needs re-running and saving both models' metrics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D7D92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71800"/>
            <a:ext cx="9326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Small samples at some sites — ear, hand, genital, and “unknown” location have too few cases to trust individually.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D7D92"/>
                </a:solidFill>
                <a:latin typeface="Segoe UI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23360"/>
            <a:ext cx="9326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One dataset, one model family — HAM10000 only, ResNet50 only. A Vision Transformer / CLIP-style text-encoded-metadata version is a natural v2, matching the original brief.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D7D92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326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8A8"/>
                </a:solidFill>
                <a:latin typeface="Segoe UI"/>
              </a:rPr>
              <a:t>Not a diagnostic tool — a class project on public data, not validated for clinical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B8CFF"/>
                </a:solidFill>
                <a:latin typeface="Consolas"/>
              </a:rPr>
              <a:t>EXPLORE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9875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EAF0F7"/>
                </a:solidFill>
                <a:latin typeface="Segoe UI Semibold"/>
              </a:rPr>
              <a:t>Every number here is clickable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B98A8"/>
                </a:solidFill>
                <a:latin typeface="Segoe UI"/>
              </a:rPr>
              <a:t>All 500 test cases — image, Grad-CAM, prediction, and metadata — are browsable, filterable, sortable, and exportable.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Explorer &amp; data table →  evanwang810.github.io/skin-cancer-multimodal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Full insights page →  evanwang810.github.io/skin-cancer-multimodal/insights.html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BA3E8"/>
                </a:solidFill>
                <a:latin typeface="Consolas"/>
              </a:rPr>
              <a:t>Source &amp; notebook →  github.com/evanwang810/skin-cancer-multimodal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