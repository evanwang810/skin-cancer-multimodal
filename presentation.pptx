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benign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5"/>
            <c:spPr>
              <a:solidFill>
                <a:srgbClr val="3BA3E8"/>
              </a:solidFill>
              <a:ln>
                <a:noFill/>
              </a:ln>
            </c:spPr>
          </c:marker>
          <c:xVal>
            <c:numRef>
              <c:f>Sheet1!$A$2:$A$251</c:f>
              <c:numCache>
                <c:formatCode>General</c:formatCode>
                <c:ptCount val="250"/>
                <c:pt idx="0">
                  <c:v>0.0933</c:v>
                </c:pt>
                <c:pt idx="1">
                  <c:v>0.6246</c:v>
                </c:pt>
                <c:pt idx="2">
                  <c:v>0.2509</c:v>
                </c:pt>
                <c:pt idx="3">
                  <c:v>0.5068</c:v>
                </c:pt>
                <c:pt idx="4">
                  <c:v>0.109</c:v>
                </c:pt>
                <c:pt idx="5">
                  <c:v>0.9609</c:v>
                </c:pt>
                <c:pt idx="6">
                  <c:v>0.762</c:v>
                </c:pt>
                <c:pt idx="7">
                  <c:v>0.1916</c:v>
                </c:pt>
                <c:pt idx="8">
                  <c:v>0.6803</c:v>
                </c:pt>
                <c:pt idx="9">
                  <c:v>0.7888</c:v>
                </c:pt>
                <c:pt idx="10">
                  <c:v>0.7095</c:v>
                </c:pt>
                <c:pt idx="11">
                  <c:v>0.8608</c:v>
                </c:pt>
                <c:pt idx="12">
                  <c:v>0.4799</c:v>
                </c:pt>
                <c:pt idx="13">
                  <c:v>0.3625</c:v>
                </c:pt>
                <c:pt idx="14">
                  <c:v>0.1189</c:v>
                </c:pt>
                <c:pt idx="15">
                  <c:v>0.1606</c:v>
                </c:pt>
                <c:pt idx="16">
                  <c:v>0.0733</c:v>
                </c:pt>
                <c:pt idx="17">
                  <c:v>0.2815</c:v>
                </c:pt>
                <c:pt idx="18">
                  <c:v>0.234</c:v>
                </c:pt>
                <c:pt idx="19">
                  <c:v>0.1526</c:v>
                </c:pt>
                <c:pt idx="20">
                  <c:v>0.4949</c:v>
                </c:pt>
                <c:pt idx="21">
                  <c:v>0.0953</c:v>
                </c:pt>
                <c:pt idx="22">
                  <c:v>0.0968</c:v>
                </c:pt>
                <c:pt idx="23">
                  <c:v>0.4475</c:v>
                </c:pt>
                <c:pt idx="24">
                  <c:v>0.7449</c:v>
                </c:pt>
                <c:pt idx="25">
                  <c:v>0.2328</c:v>
                </c:pt>
                <c:pt idx="26">
                  <c:v>0.4064</c:v>
                </c:pt>
                <c:pt idx="27">
                  <c:v>0.1689</c:v>
                </c:pt>
                <c:pt idx="28">
                  <c:v>0.8018</c:v>
                </c:pt>
                <c:pt idx="29">
                  <c:v>0.2248</c:v>
                </c:pt>
                <c:pt idx="30">
                  <c:v>0.0991</c:v>
                </c:pt>
                <c:pt idx="31">
                  <c:v>0.1183</c:v>
                </c:pt>
                <c:pt idx="32">
                  <c:v>0.1159</c:v>
                </c:pt>
                <c:pt idx="33">
                  <c:v>0.5549</c:v>
                </c:pt>
                <c:pt idx="34">
                  <c:v>0.1912</c:v>
                </c:pt>
                <c:pt idx="35">
                  <c:v>0.1475</c:v>
                </c:pt>
                <c:pt idx="36">
                  <c:v>0.5143</c:v>
                </c:pt>
                <c:pt idx="37">
                  <c:v>0.1557</c:v>
                </c:pt>
                <c:pt idx="38">
                  <c:v>0.1058</c:v>
                </c:pt>
                <c:pt idx="39">
                  <c:v>0.5929</c:v>
                </c:pt>
                <c:pt idx="40">
                  <c:v>0.3089</c:v>
                </c:pt>
                <c:pt idx="41">
                  <c:v>0.5854</c:v>
                </c:pt>
                <c:pt idx="42">
                  <c:v>0.563</c:v>
                </c:pt>
                <c:pt idx="43">
                  <c:v>0.5256</c:v>
                </c:pt>
                <c:pt idx="44">
                  <c:v>0.2085</c:v>
                </c:pt>
                <c:pt idx="45">
                  <c:v>0.4629</c:v>
                </c:pt>
                <c:pt idx="46">
                  <c:v>0.354</c:v>
                </c:pt>
                <c:pt idx="47">
                  <c:v>0.4335</c:v>
                </c:pt>
                <c:pt idx="48">
                  <c:v>0.2319</c:v>
                </c:pt>
                <c:pt idx="49">
                  <c:v>0.8375</c:v>
                </c:pt>
                <c:pt idx="50">
                  <c:v>0.1303</c:v>
                </c:pt>
                <c:pt idx="51">
                  <c:v>0.5998</c:v>
                </c:pt>
                <c:pt idx="52">
                  <c:v>0.8784</c:v>
                </c:pt>
                <c:pt idx="53">
                  <c:v>0.4983</c:v>
                </c:pt>
                <c:pt idx="54">
                  <c:v>0.4227</c:v>
                </c:pt>
                <c:pt idx="55">
                  <c:v>0.0589</c:v>
                </c:pt>
                <c:pt idx="56">
                  <c:v>0.5551</c:v>
                </c:pt>
                <c:pt idx="57">
                  <c:v>0.6574</c:v>
                </c:pt>
                <c:pt idx="58">
                  <c:v>0.7247</c:v>
                </c:pt>
                <c:pt idx="59">
                  <c:v>0.6683</c:v>
                </c:pt>
                <c:pt idx="60">
                  <c:v>0.3393</c:v>
                </c:pt>
                <c:pt idx="61">
                  <c:v>0.276</c:v>
                </c:pt>
                <c:pt idx="62">
                  <c:v>0.1171</c:v>
                </c:pt>
                <c:pt idx="63">
                  <c:v>0.2803</c:v>
                </c:pt>
                <c:pt idx="64">
                  <c:v>0.2546</c:v>
                </c:pt>
                <c:pt idx="65">
                  <c:v>0.7971</c:v>
                </c:pt>
                <c:pt idx="66">
                  <c:v>0.0473</c:v>
                </c:pt>
                <c:pt idx="67">
                  <c:v>0.2748</c:v>
                </c:pt>
                <c:pt idx="68">
                  <c:v>0.1312</c:v>
                </c:pt>
                <c:pt idx="69">
                  <c:v>0.1476</c:v>
                </c:pt>
                <c:pt idx="70">
                  <c:v>0.5086</c:v>
                </c:pt>
                <c:pt idx="71">
                  <c:v>0.444</c:v>
                </c:pt>
                <c:pt idx="72">
                  <c:v>0.5642</c:v>
                </c:pt>
                <c:pt idx="73">
                  <c:v>0.7764</c:v>
                </c:pt>
                <c:pt idx="74">
                  <c:v>0.4193</c:v>
                </c:pt>
                <c:pt idx="75">
                  <c:v>0.4821</c:v>
                </c:pt>
                <c:pt idx="76">
                  <c:v>0.3762</c:v>
                </c:pt>
                <c:pt idx="77">
                  <c:v>0.3554</c:v>
                </c:pt>
                <c:pt idx="78">
                  <c:v>0.2297</c:v>
                </c:pt>
                <c:pt idx="79">
                  <c:v>0.7962</c:v>
                </c:pt>
                <c:pt idx="80">
                  <c:v>0.1184</c:v>
                </c:pt>
                <c:pt idx="81">
                  <c:v>0.0485</c:v>
                </c:pt>
                <c:pt idx="82">
                  <c:v>0.4444</c:v>
                </c:pt>
                <c:pt idx="83">
                  <c:v>0.1538</c:v>
                </c:pt>
                <c:pt idx="84">
                  <c:v>0.8337</c:v>
                </c:pt>
                <c:pt idx="85">
                  <c:v>0.5951</c:v>
                </c:pt>
                <c:pt idx="86">
                  <c:v>0.5628</c:v>
                </c:pt>
                <c:pt idx="87">
                  <c:v>0.8008</c:v>
                </c:pt>
                <c:pt idx="88">
                  <c:v>0.6544</c:v>
                </c:pt>
                <c:pt idx="89">
                  <c:v>0.3252</c:v>
                </c:pt>
                <c:pt idx="90">
                  <c:v>0.144</c:v>
                </c:pt>
                <c:pt idx="91">
                  <c:v>0.0824</c:v>
                </c:pt>
                <c:pt idx="92">
                  <c:v>0.8096</c:v>
                </c:pt>
                <c:pt idx="93">
                  <c:v>0.1639</c:v>
                </c:pt>
                <c:pt idx="94">
                  <c:v>0.3689</c:v>
                </c:pt>
                <c:pt idx="95">
                  <c:v>0.3163</c:v>
                </c:pt>
                <c:pt idx="96">
                  <c:v>0.3828</c:v>
                </c:pt>
                <c:pt idx="97">
                  <c:v>0.3558</c:v>
                </c:pt>
                <c:pt idx="98">
                  <c:v>0.117</c:v>
                </c:pt>
                <c:pt idx="99">
                  <c:v>0.1923</c:v>
                </c:pt>
                <c:pt idx="100">
                  <c:v>0.9511</c:v>
                </c:pt>
                <c:pt idx="101">
                  <c:v>0.6351</c:v>
                </c:pt>
                <c:pt idx="102">
                  <c:v>0.7734</c:v>
                </c:pt>
                <c:pt idx="103">
                  <c:v>0.1095</c:v>
                </c:pt>
                <c:pt idx="104">
                  <c:v>0.1711</c:v>
                </c:pt>
                <c:pt idx="105">
                  <c:v>0.1097</c:v>
                </c:pt>
                <c:pt idx="106">
                  <c:v>0.6876</c:v>
                </c:pt>
                <c:pt idx="107">
                  <c:v>0.5144</c:v>
                </c:pt>
                <c:pt idx="108">
                  <c:v>0.2334</c:v>
                </c:pt>
                <c:pt idx="109">
                  <c:v>0.2627</c:v>
                </c:pt>
                <c:pt idx="110">
                  <c:v>0.118</c:v>
                </c:pt>
                <c:pt idx="111">
                  <c:v>0.4857</c:v>
                </c:pt>
                <c:pt idx="112">
                  <c:v>0.9002</c:v>
                </c:pt>
                <c:pt idx="113">
                  <c:v>0.3514</c:v>
                </c:pt>
                <c:pt idx="114">
                  <c:v>0.5681</c:v>
                </c:pt>
                <c:pt idx="115">
                  <c:v>0.0736</c:v>
                </c:pt>
                <c:pt idx="116">
                  <c:v>1.0</c:v>
                </c:pt>
                <c:pt idx="117">
                  <c:v>0.1742</c:v>
                </c:pt>
                <c:pt idx="118">
                  <c:v>0.1952</c:v>
                </c:pt>
                <c:pt idx="119">
                  <c:v>0.4901</c:v>
                </c:pt>
                <c:pt idx="120">
                  <c:v>0.6909</c:v>
                </c:pt>
                <c:pt idx="121">
                  <c:v>0.1565</c:v>
                </c:pt>
                <c:pt idx="122">
                  <c:v>0.6643</c:v>
                </c:pt>
                <c:pt idx="123">
                  <c:v>0.7522</c:v>
                </c:pt>
                <c:pt idx="124">
                  <c:v>0.2399</c:v>
                </c:pt>
                <c:pt idx="125">
                  <c:v>0.1198</c:v>
                </c:pt>
                <c:pt idx="126">
                  <c:v>0.5474</c:v>
                </c:pt>
                <c:pt idx="127">
                  <c:v>0.1207</c:v>
                </c:pt>
                <c:pt idx="128">
                  <c:v>0.4878</c:v>
                </c:pt>
                <c:pt idx="129">
                  <c:v>0.1136</c:v>
                </c:pt>
                <c:pt idx="130">
                  <c:v>0.5066</c:v>
                </c:pt>
                <c:pt idx="131">
                  <c:v>0.7604</c:v>
                </c:pt>
                <c:pt idx="132">
                  <c:v>0.6489</c:v>
                </c:pt>
                <c:pt idx="133">
                  <c:v>0.3624</c:v>
                </c:pt>
                <c:pt idx="134">
                  <c:v>0.5024</c:v>
                </c:pt>
                <c:pt idx="135">
                  <c:v>0.1903</c:v>
                </c:pt>
                <c:pt idx="136">
                  <c:v>0.0785</c:v>
                </c:pt>
                <c:pt idx="137">
                  <c:v>0.3423</c:v>
                </c:pt>
                <c:pt idx="138">
                  <c:v>0.6052</c:v>
                </c:pt>
                <c:pt idx="139">
                  <c:v>0.4772</c:v>
                </c:pt>
                <c:pt idx="140">
                  <c:v>0.6928</c:v>
                </c:pt>
                <c:pt idx="141">
                  <c:v>0.0893</c:v>
                </c:pt>
                <c:pt idx="142">
                  <c:v>0.428</c:v>
                </c:pt>
                <c:pt idx="143">
                  <c:v>0.3346</c:v>
                </c:pt>
                <c:pt idx="144">
                  <c:v>0.6497</c:v>
                </c:pt>
                <c:pt idx="145">
                  <c:v>0.0973</c:v>
                </c:pt>
                <c:pt idx="146">
                  <c:v>0.4201</c:v>
                </c:pt>
                <c:pt idx="147">
                  <c:v>0.6011</c:v>
                </c:pt>
                <c:pt idx="148">
                  <c:v>0.4392</c:v>
                </c:pt>
                <c:pt idx="149">
                  <c:v>0.3167</c:v>
                </c:pt>
                <c:pt idx="150">
                  <c:v>0.8106</c:v>
                </c:pt>
                <c:pt idx="151">
                  <c:v>0.5423</c:v>
                </c:pt>
                <c:pt idx="152">
                  <c:v>0.2064</c:v>
                </c:pt>
                <c:pt idx="153">
                  <c:v>0.6208</c:v>
                </c:pt>
                <c:pt idx="154">
                  <c:v>0.0872</c:v>
                </c:pt>
                <c:pt idx="155">
                  <c:v>0.5205</c:v>
                </c:pt>
                <c:pt idx="156">
                  <c:v>0.6411</c:v>
                </c:pt>
                <c:pt idx="157">
                  <c:v>0.1314</c:v>
                </c:pt>
                <c:pt idx="158">
                  <c:v>0.1301</c:v>
                </c:pt>
                <c:pt idx="159">
                  <c:v>0.5705</c:v>
                </c:pt>
                <c:pt idx="160">
                  <c:v>0.2845</c:v>
                </c:pt>
                <c:pt idx="161">
                  <c:v>0.822</c:v>
                </c:pt>
                <c:pt idx="162">
                  <c:v>0.8689</c:v>
                </c:pt>
                <c:pt idx="163">
                  <c:v>0.7304</c:v>
                </c:pt>
                <c:pt idx="164">
                  <c:v>0.3847</c:v>
                </c:pt>
                <c:pt idx="165">
                  <c:v>0.5295</c:v>
                </c:pt>
                <c:pt idx="166">
                  <c:v>0.1124</c:v>
                </c:pt>
                <c:pt idx="167">
                  <c:v>0.5403</c:v>
                </c:pt>
                <c:pt idx="168">
                  <c:v>0.0969</c:v>
                </c:pt>
                <c:pt idx="169">
                  <c:v>0.3965</c:v>
                </c:pt>
                <c:pt idx="170">
                  <c:v>0.0632</c:v>
                </c:pt>
                <c:pt idx="171">
                  <c:v>0.3639</c:v>
                </c:pt>
                <c:pt idx="172">
                  <c:v>0.8124</c:v>
                </c:pt>
                <c:pt idx="173">
                  <c:v>0.1934</c:v>
                </c:pt>
                <c:pt idx="174">
                  <c:v>0.6882</c:v>
                </c:pt>
                <c:pt idx="175">
                  <c:v>0.3065</c:v>
                </c:pt>
                <c:pt idx="176">
                  <c:v>0.9989</c:v>
                </c:pt>
                <c:pt idx="177">
                  <c:v>0.1064</c:v>
                </c:pt>
                <c:pt idx="178">
                  <c:v>0.7521</c:v>
                </c:pt>
                <c:pt idx="179">
                  <c:v>0.8591</c:v>
                </c:pt>
                <c:pt idx="180">
                  <c:v>0.6617</c:v>
                </c:pt>
                <c:pt idx="181">
                  <c:v>0.1244</c:v>
                </c:pt>
                <c:pt idx="182">
                  <c:v>0.4477</c:v>
                </c:pt>
                <c:pt idx="183">
                  <c:v>0.0877</c:v>
                </c:pt>
                <c:pt idx="184">
                  <c:v>0.1319</c:v>
                </c:pt>
                <c:pt idx="185">
                  <c:v>0.0891</c:v>
                </c:pt>
                <c:pt idx="186">
                  <c:v>0.1929</c:v>
                </c:pt>
                <c:pt idx="187">
                  <c:v>0.0517</c:v>
                </c:pt>
                <c:pt idx="188">
                  <c:v>0.4943</c:v>
                </c:pt>
                <c:pt idx="189">
                  <c:v>0.0902</c:v>
                </c:pt>
                <c:pt idx="190">
                  <c:v>0.7242</c:v>
                </c:pt>
                <c:pt idx="191">
                  <c:v>0.3097</c:v>
                </c:pt>
                <c:pt idx="192">
                  <c:v>0.5343</c:v>
                </c:pt>
                <c:pt idx="193">
                  <c:v>0.2723</c:v>
                </c:pt>
                <c:pt idx="194">
                  <c:v>0.5906</c:v>
                </c:pt>
                <c:pt idx="195">
                  <c:v>0.084</c:v>
                </c:pt>
                <c:pt idx="196">
                  <c:v>0.0326</c:v>
                </c:pt>
                <c:pt idx="197">
                  <c:v>0.4052</c:v>
                </c:pt>
                <c:pt idx="198">
                  <c:v>0.6849</c:v>
                </c:pt>
                <c:pt idx="199">
                  <c:v>0.0411</c:v>
                </c:pt>
                <c:pt idx="200">
                  <c:v>0.1314</c:v>
                </c:pt>
                <c:pt idx="201">
                  <c:v>0.1422</c:v>
                </c:pt>
                <c:pt idx="202">
                  <c:v>0.1603</c:v>
                </c:pt>
                <c:pt idx="203">
                  <c:v>0.3442</c:v>
                </c:pt>
                <c:pt idx="204">
                  <c:v>0.129</c:v>
                </c:pt>
                <c:pt idx="205">
                  <c:v>0.4198</c:v>
                </c:pt>
                <c:pt idx="206">
                  <c:v>0.5934</c:v>
                </c:pt>
                <c:pt idx="207">
                  <c:v>0.7387</c:v>
                </c:pt>
                <c:pt idx="208">
                  <c:v>0.1692</c:v>
                </c:pt>
                <c:pt idx="209">
                  <c:v>0.1585</c:v>
                </c:pt>
                <c:pt idx="210">
                  <c:v>0.173</c:v>
                </c:pt>
                <c:pt idx="211">
                  <c:v>0.5383</c:v>
                </c:pt>
                <c:pt idx="212">
                  <c:v>0.7218</c:v>
                </c:pt>
                <c:pt idx="213">
                  <c:v>0.7175</c:v>
                </c:pt>
                <c:pt idx="214">
                  <c:v>0.6379</c:v>
                </c:pt>
                <c:pt idx="215">
                  <c:v>0.0943</c:v>
                </c:pt>
                <c:pt idx="216">
                  <c:v>0.4379</c:v>
                </c:pt>
                <c:pt idx="217">
                  <c:v>0.9216</c:v>
                </c:pt>
                <c:pt idx="218">
                  <c:v>0.3201</c:v>
                </c:pt>
                <c:pt idx="219">
                  <c:v>0.7236</c:v>
                </c:pt>
                <c:pt idx="220">
                  <c:v>0.1513</c:v>
                </c:pt>
                <c:pt idx="221">
                  <c:v>0.0878</c:v>
                </c:pt>
                <c:pt idx="222">
                  <c:v>0.1418</c:v>
                </c:pt>
                <c:pt idx="223">
                  <c:v>0.1928</c:v>
                </c:pt>
                <c:pt idx="224">
                  <c:v>0.3443</c:v>
                </c:pt>
                <c:pt idx="225">
                  <c:v>0.3653</c:v>
                </c:pt>
                <c:pt idx="226">
                  <c:v>0.2332</c:v>
                </c:pt>
                <c:pt idx="227">
                  <c:v>0.082</c:v>
                </c:pt>
                <c:pt idx="228">
                  <c:v>0.6631</c:v>
                </c:pt>
                <c:pt idx="229">
                  <c:v>0.2169</c:v>
                </c:pt>
                <c:pt idx="230">
                  <c:v>0.048</c:v>
                </c:pt>
                <c:pt idx="231">
                  <c:v>0.0802</c:v>
                </c:pt>
                <c:pt idx="232">
                  <c:v>0.6974</c:v>
                </c:pt>
                <c:pt idx="233">
                  <c:v>0.5461</c:v>
                </c:pt>
                <c:pt idx="234">
                  <c:v>0.8552</c:v>
                </c:pt>
                <c:pt idx="235">
                  <c:v>0.1132</c:v>
                </c:pt>
                <c:pt idx="236">
                  <c:v>0.5577</c:v>
                </c:pt>
                <c:pt idx="237">
                  <c:v>0.0925</c:v>
                </c:pt>
                <c:pt idx="238">
                  <c:v>0.0577</c:v>
                </c:pt>
                <c:pt idx="239">
                  <c:v>0.76</c:v>
                </c:pt>
                <c:pt idx="240">
                  <c:v>0.6197</c:v>
                </c:pt>
                <c:pt idx="241">
                  <c:v>0.6375</c:v>
                </c:pt>
                <c:pt idx="242">
                  <c:v>0.3645</c:v>
                </c:pt>
                <c:pt idx="243">
                  <c:v>0.3703</c:v>
                </c:pt>
                <c:pt idx="244">
                  <c:v>0.7275</c:v>
                </c:pt>
                <c:pt idx="245">
                  <c:v>0.6259</c:v>
                </c:pt>
                <c:pt idx="246">
                  <c:v>0.0774</c:v>
                </c:pt>
                <c:pt idx="247">
                  <c:v>0.1963</c:v>
                </c:pt>
                <c:pt idx="248">
                  <c:v>0.5765</c:v>
                </c:pt>
                <c:pt idx="249">
                  <c:v>0.0793</c:v>
                </c:pt>
              </c:numCache>
            </c:numRef>
          </c:xVal>
          <c:yVal>
            <c:numRef>
              <c:f>Sheet1!$B$2:$B$251</c:f>
              <c:numCache>
                <c:formatCode>General</c:formatCode>
                <c:ptCount val="250"/>
                <c:pt idx="0">
                  <c:v>0.0625</c:v>
                </c:pt>
                <c:pt idx="1">
                  <c:v>0.2096</c:v>
                </c:pt>
                <c:pt idx="2">
                  <c:v>0.054</c:v>
                </c:pt>
                <c:pt idx="3">
                  <c:v>0.1556</c:v>
                </c:pt>
                <c:pt idx="4">
                  <c:v>0.0642</c:v>
                </c:pt>
                <c:pt idx="5">
                  <c:v>0.3551</c:v>
                </c:pt>
                <c:pt idx="6">
                  <c:v>0.269</c:v>
                </c:pt>
                <c:pt idx="7">
                  <c:v>0.0768</c:v>
                </c:pt>
                <c:pt idx="8">
                  <c:v>0.2331</c:v>
                </c:pt>
                <c:pt idx="9">
                  <c:v>0.2773</c:v>
                </c:pt>
                <c:pt idx="10">
                  <c:v>0.2398</c:v>
                </c:pt>
                <c:pt idx="11">
                  <c:v>0.3028</c:v>
                </c:pt>
                <c:pt idx="12">
                  <c:v>0.1429</c:v>
                </c:pt>
                <c:pt idx="13">
                  <c:v>0.0915</c:v>
                </c:pt>
                <c:pt idx="14">
                  <c:v>0.0834</c:v>
                </c:pt>
                <c:pt idx="15">
                  <c:v>0.0591</c:v>
                </c:pt>
                <c:pt idx="16">
                  <c:v>0.1227</c:v>
                </c:pt>
                <c:pt idx="17">
                  <c:v>0.0626</c:v>
                </c:pt>
                <c:pt idx="18">
                  <c:v>0.0597</c:v>
                </c:pt>
                <c:pt idx="19">
                  <c:v>0.014</c:v>
                </c:pt>
                <c:pt idx="20">
                  <c:v>0.156</c:v>
                </c:pt>
                <c:pt idx="21">
                  <c:v>0.085</c:v>
                </c:pt>
                <c:pt idx="22">
                  <c:v>0.0766</c:v>
                </c:pt>
                <c:pt idx="23">
                  <c:v>0.1315</c:v>
                </c:pt>
                <c:pt idx="24">
                  <c:v>0.2565</c:v>
                </c:pt>
                <c:pt idx="25">
                  <c:v>0.0467</c:v>
                </c:pt>
                <c:pt idx="26">
                  <c:v>0.108</c:v>
                </c:pt>
                <c:pt idx="27">
                  <c:v>0.0434</c:v>
                </c:pt>
                <c:pt idx="28">
                  <c:v>0.2882</c:v>
                </c:pt>
                <c:pt idx="29">
                  <c:v>0.0335</c:v>
                </c:pt>
                <c:pt idx="30">
                  <c:v>0.0521</c:v>
                </c:pt>
                <c:pt idx="31">
                  <c:v>0.0653</c:v>
                </c:pt>
                <c:pt idx="32">
                  <c:v>0.1509</c:v>
                </c:pt>
                <c:pt idx="33">
                  <c:v>0.174</c:v>
                </c:pt>
                <c:pt idx="34">
                  <c:v>0.0497</c:v>
                </c:pt>
                <c:pt idx="35">
                  <c:v>0.0189</c:v>
                </c:pt>
                <c:pt idx="36">
                  <c:v>0.1595</c:v>
                </c:pt>
                <c:pt idx="37">
                  <c:v>0.1378</c:v>
                </c:pt>
                <c:pt idx="38">
                  <c:v>0.0533</c:v>
                </c:pt>
                <c:pt idx="39">
                  <c:v>0.2008</c:v>
                </c:pt>
                <c:pt idx="40">
                  <c:v>0.0762</c:v>
                </c:pt>
                <c:pt idx="41">
                  <c:v>0.1941</c:v>
                </c:pt>
                <c:pt idx="42">
                  <c:v>0.1871</c:v>
                </c:pt>
                <c:pt idx="43">
                  <c:v>0.1691</c:v>
                </c:pt>
                <c:pt idx="44">
                  <c:v>0.0348</c:v>
                </c:pt>
                <c:pt idx="45">
                  <c:v>0.1424</c:v>
                </c:pt>
                <c:pt idx="46">
                  <c:v>0.0861</c:v>
                </c:pt>
                <c:pt idx="47">
                  <c:v>0.1337</c:v>
                </c:pt>
                <c:pt idx="48">
                  <c:v>0.038</c:v>
                </c:pt>
                <c:pt idx="49">
                  <c:v>0.3045</c:v>
                </c:pt>
                <c:pt idx="50">
                  <c:v>0.0168</c:v>
                </c:pt>
                <c:pt idx="51">
                  <c:v>0.1985</c:v>
                </c:pt>
                <c:pt idx="52">
                  <c:v>0.3182</c:v>
                </c:pt>
                <c:pt idx="53">
                  <c:v>0.1581</c:v>
                </c:pt>
                <c:pt idx="54">
                  <c:v>0.1232</c:v>
                </c:pt>
                <c:pt idx="55">
                  <c:v>0.2389</c:v>
                </c:pt>
                <c:pt idx="56">
                  <c:v>0.1734</c:v>
                </c:pt>
                <c:pt idx="57">
                  <c:v>0.222</c:v>
                </c:pt>
                <c:pt idx="58">
                  <c:v>0.2554</c:v>
                </c:pt>
                <c:pt idx="59">
                  <c:v>0.2273</c:v>
                </c:pt>
                <c:pt idx="60">
                  <c:v>0.0825</c:v>
                </c:pt>
                <c:pt idx="61">
                  <c:v>0.0621</c:v>
                </c:pt>
                <c:pt idx="62">
                  <c:v>0.1145</c:v>
                </c:pt>
                <c:pt idx="63">
                  <c:v>0.0717</c:v>
                </c:pt>
                <c:pt idx="64">
                  <c:v>0.0546</c:v>
                </c:pt>
                <c:pt idx="65">
                  <c:v>0.2752</c:v>
                </c:pt>
                <c:pt idx="66">
                  <c:v>0.4178</c:v>
                </c:pt>
                <c:pt idx="67">
                  <c:v>0.067</c:v>
                </c:pt>
                <c:pt idx="68">
                  <c:v>0.0153</c:v>
                </c:pt>
                <c:pt idx="69">
                  <c:v>0.0332</c:v>
                </c:pt>
                <c:pt idx="70">
                  <c:v>0.1588</c:v>
                </c:pt>
                <c:pt idx="71">
                  <c:v>0.1314</c:v>
                </c:pt>
                <c:pt idx="72">
                  <c:v>0.1803</c:v>
                </c:pt>
                <c:pt idx="73">
                  <c:v>0.2663</c:v>
                </c:pt>
                <c:pt idx="74">
                  <c:v>0.1203</c:v>
                </c:pt>
                <c:pt idx="75">
                  <c:v>0.1443</c:v>
                </c:pt>
                <c:pt idx="76">
                  <c:v>0.1038</c:v>
                </c:pt>
                <c:pt idx="77">
                  <c:v>0.0941</c:v>
                </c:pt>
                <c:pt idx="78">
                  <c:v>0.0644</c:v>
                </c:pt>
                <c:pt idx="79">
                  <c:v>0.2783</c:v>
                </c:pt>
                <c:pt idx="80">
                  <c:v>0.032</c:v>
                </c:pt>
                <c:pt idx="81">
                  <c:v>0.439</c:v>
                </c:pt>
                <c:pt idx="82">
                  <c:v>0.1305</c:v>
                </c:pt>
                <c:pt idx="83">
                  <c:v>0.0304</c:v>
                </c:pt>
                <c:pt idx="84">
                  <c:v>0.2943</c:v>
                </c:pt>
                <c:pt idx="85">
                  <c:v>0.2018</c:v>
                </c:pt>
                <c:pt idx="86">
                  <c:v>0.1794</c:v>
                </c:pt>
                <c:pt idx="87">
                  <c:v>0.2811</c:v>
                </c:pt>
                <c:pt idx="88">
                  <c:v>0.2193</c:v>
                </c:pt>
                <c:pt idx="89">
                  <c:v>0.0835</c:v>
                </c:pt>
                <c:pt idx="90">
                  <c:v>0.0222</c:v>
                </c:pt>
                <c:pt idx="91">
                  <c:v>0.1585</c:v>
                </c:pt>
                <c:pt idx="92">
                  <c:v>0.2826</c:v>
                </c:pt>
                <c:pt idx="93">
                  <c:v>0.0192</c:v>
                </c:pt>
                <c:pt idx="94">
                  <c:v>0.1042</c:v>
                </c:pt>
                <c:pt idx="95">
                  <c:v>0.0989</c:v>
                </c:pt>
                <c:pt idx="96">
                  <c:v>0.1024</c:v>
                </c:pt>
                <c:pt idx="97">
                  <c:v>0.0992</c:v>
                </c:pt>
                <c:pt idx="98">
                  <c:v>0.0384</c:v>
                </c:pt>
                <c:pt idx="99">
                  <c:v>0.0885</c:v>
                </c:pt>
                <c:pt idx="100">
                  <c:v>0.3454</c:v>
                </c:pt>
                <c:pt idx="101">
                  <c:v>0.2116</c:v>
                </c:pt>
                <c:pt idx="102">
                  <c:v>0.2714</c:v>
                </c:pt>
                <c:pt idx="103">
                  <c:v>0.0585</c:v>
                </c:pt>
                <c:pt idx="104">
                  <c:v>0.0198</c:v>
                </c:pt>
                <c:pt idx="105">
                  <c:v>0.0219</c:v>
                </c:pt>
                <c:pt idx="106">
                  <c:v>0.23</c:v>
                </c:pt>
                <c:pt idx="107">
                  <c:v>0.1646</c:v>
                </c:pt>
                <c:pt idx="108">
                  <c:v>0.0506</c:v>
                </c:pt>
                <c:pt idx="109">
                  <c:v>0.061</c:v>
                </c:pt>
                <c:pt idx="110">
                  <c:v>0.0295</c:v>
                </c:pt>
                <c:pt idx="111">
                  <c:v>0.1404</c:v>
                </c:pt>
                <c:pt idx="112">
                  <c:v>0.336</c:v>
                </c:pt>
                <c:pt idx="113">
                  <c:v>0.0924</c:v>
                </c:pt>
                <c:pt idx="114">
                  <c:v>0.1857</c:v>
                </c:pt>
                <c:pt idx="115">
                  <c:v>0.1289</c:v>
                </c:pt>
                <c:pt idx="116">
                  <c:v>0.3644</c:v>
                </c:pt>
                <c:pt idx="117">
                  <c:v>0.0493</c:v>
                </c:pt>
                <c:pt idx="118">
                  <c:v>0.0401</c:v>
                </c:pt>
                <c:pt idx="119">
                  <c:v>0.1494</c:v>
                </c:pt>
                <c:pt idx="120">
                  <c:v>0.2374</c:v>
                </c:pt>
                <c:pt idx="121">
                  <c:v>0.0085</c:v>
                </c:pt>
                <c:pt idx="122">
                  <c:v>0.227</c:v>
                </c:pt>
                <c:pt idx="123">
                  <c:v>0.2637</c:v>
                </c:pt>
                <c:pt idx="124">
                  <c:v>0.043</c:v>
                </c:pt>
                <c:pt idx="125">
                  <c:v>0.0611</c:v>
                </c:pt>
                <c:pt idx="126">
                  <c:v>0.1759</c:v>
                </c:pt>
                <c:pt idx="127">
                  <c:v>0.0</c:v>
                </c:pt>
                <c:pt idx="128">
                  <c:v>0.146</c:v>
                </c:pt>
                <c:pt idx="129">
                  <c:v>0.0136</c:v>
                </c:pt>
                <c:pt idx="130">
                  <c:v>0.1576</c:v>
                </c:pt>
                <c:pt idx="131">
                  <c:v>0.2611</c:v>
                </c:pt>
                <c:pt idx="132">
                  <c:v>0.2228</c:v>
                </c:pt>
                <c:pt idx="133">
                  <c:v>0.0947</c:v>
                </c:pt>
                <c:pt idx="134">
                  <c:v>0.1511</c:v>
                </c:pt>
                <c:pt idx="135">
                  <c:v>0.0457</c:v>
                </c:pt>
                <c:pt idx="136">
                  <c:v>0.2007</c:v>
                </c:pt>
                <c:pt idx="137">
                  <c:v>0.0887</c:v>
                </c:pt>
                <c:pt idx="138">
                  <c:v>0.2214</c:v>
                </c:pt>
                <c:pt idx="139">
                  <c:v>0.1491</c:v>
                </c:pt>
                <c:pt idx="140">
                  <c:v>0.2411</c:v>
                </c:pt>
                <c:pt idx="141">
                  <c:v>0.0402</c:v>
                </c:pt>
                <c:pt idx="142">
                  <c:v>0.1254</c:v>
                </c:pt>
                <c:pt idx="143">
                  <c:v>0.0859</c:v>
                </c:pt>
                <c:pt idx="144">
                  <c:v>0.2204</c:v>
                </c:pt>
                <c:pt idx="145">
                  <c:v>0.1499</c:v>
                </c:pt>
                <c:pt idx="146">
                  <c:v>0.1232</c:v>
                </c:pt>
                <c:pt idx="147">
                  <c:v>0.1967</c:v>
                </c:pt>
                <c:pt idx="148">
                  <c:v>0.129</c:v>
                </c:pt>
                <c:pt idx="149">
                  <c:v>0.0738</c:v>
                </c:pt>
                <c:pt idx="150">
                  <c:v>0.291</c:v>
                </c:pt>
                <c:pt idx="151">
                  <c:v>0.1696</c:v>
                </c:pt>
                <c:pt idx="152">
                  <c:v>0.2241</c:v>
                </c:pt>
                <c:pt idx="153">
                  <c:v>0.2041</c:v>
                </c:pt>
                <c:pt idx="154">
                  <c:v>0.0443</c:v>
                </c:pt>
                <c:pt idx="155">
                  <c:v>0.1631</c:v>
                </c:pt>
                <c:pt idx="156">
                  <c:v>0.2104</c:v>
                </c:pt>
                <c:pt idx="157">
                  <c:v>0.0152</c:v>
                </c:pt>
                <c:pt idx="158">
                  <c:v>0.1055</c:v>
                </c:pt>
                <c:pt idx="159">
                  <c:v>0.1818</c:v>
                </c:pt>
                <c:pt idx="160">
                  <c:v>0.0651</c:v>
                </c:pt>
                <c:pt idx="161">
                  <c:v>0.2927</c:v>
                </c:pt>
                <c:pt idx="162">
                  <c:v>0.3085</c:v>
                </c:pt>
                <c:pt idx="163">
                  <c:v>0.2489</c:v>
                </c:pt>
                <c:pt idx="164">
                  <c:v>0.1088</c:v>
                </c:pt>
                <c:pt idx="165">
                  <c:v>0.1727</c:v>
                </c:pt>
                <c:pt idx="166">
                  <c:v>0.0393</c:v>
                </c:pt>
                <c:pt idx="167">
                  <c:v>0.1722</c:v>
                </c:pt>
                <c:pt idx="168">
                  <c:v>0.0424</c:v>
                </c:pt>
                <c:pt idx="169">
                  <c:v>0.1216</c:v>
                </c:pt>
                <c:pt idx="170">
                  <c:v>0.2328</c:v>
                </c:pt>
                <c:pt idx="171">
                  <c:v>0.0971</c:v>
                </c:pt>
                <c:pt idx="172">
                  <c:v>0.2835</c:v>
                </c:pt>
                <c:pt idx="173">
                  <c:v>0.0352</c:v>
                </c:pt>
                <c:pt idx="174">
                  <c:v>0.232</c:v>
                </c:pt>
                <c:pt idx="175">
                  <c:v>0.0844</c:v>
                </c:pt>
                <c:pt idx="176">
                  <c:v>0.3626</c:v>
                </c:pt>
                <c:pt idx="177">
                  <c:v>0.0703</c:v>
                </c:pt>
                <c:pt idx="178">
                  <c:v>0.2648</c:v>
                </c:pt>
                <c:pt idx="179">
                  <c:v>0.3043</c:v>
                </c:pt>
                <c:pt idx="180">
                  <c:v>0.2182</c:v>
                </c:pt>
                <c:pt idx="181">
                  <c:v>0.0262</c:v>
                </c:pt>
                <c:pt idx="182">
                  <c:v>0.1298</c:v>
                </c:pt>
                <c:pt idx="183">
                  <c:v>0.0746</c:v>
                </c:pt>
                <c:pt idx="184">
                  <c:v>0.1913</c:v>
                </c:pt>
                <c:pt idx="185">
                  <c:v>0.0567</c:v>
                </c:pt>
                <c:pt idx="186">
                  <c:v>0.0625</c:v>
                </c:pt>
                <c:pt idx="187">
                  <c:v>0.3654</c:v>
                </c:pt>
                <c:pt idx="188">
                  <c:v>0.1511</c:v>
                </c:pt>
                <c:pt idx="189">
                  <c:v>0.0185</c:v>
                </c:pt>
                <c:pt idx="190">
                  <c:v>0.2503</c:v>
                </c:pt>
                <c:pt idx="191">
                  <c:v>0.077</c:v>
                </c:pt>
                <c:pt idx="192">
                  <c:v>0.1691</c:v>
                </c:pt>
                <c:pt idx="193">
                  <c:v>0.0579</c:v>
                </c:pt>
                <c:pt idx="194">
                  <c:v>0.1881</c:v>
                </c:pt>
                <c:pt idx="195">
                  <c:v>0.0501</c:v>
                </c:pt>
                <c:pt idx="196">
                  <c:v>0.508</c:v>
                </c:pt>
                <c:pt idx="197">
                  <c:v>0.1137</c:v>
                </c:pt>
                <c:pt idx="198">
                  <c:v>0.2312</c:v>
                </c:pt>
                <c:pt idx="199">
                  <c:v>0.3413</c:v>
                </c:pt>
                <c:pt idx="200">
                  <c:v>0.0218</c:v>
                </c:pt>
                <c:pt idx="201">
                  <c:v>0.0452</c:v>
                </c:pt>
                <c:pt idx="202">
                  <c:v>0.0184</c:v>
                </c:pt>
                <c:pt idx="203">
                  <c:v>0.084</c:v>
                </c:pt>
                <c:pt idx="204">
                  <c:v>0.1042</c:v>
                </c:pt>
                <c:pt idx="205">
                  <c:v>0.1273</c:v>
                </c:pt>
                <c:pt idx="206">
                  <c:v>0.197</c:v>
                </c:pt>
                <c:pt idx="207">
                  <c:v>0.2497</c:v>
                </c:pt>
                <c:pt idx="208">
                  <c:v>0.0565</c:v>
                </c:pt>
                <c:pt idx="209">
                  <c:v>0.0268</c:v>
                </c:pt>
                <c:pt idx="210">
                  <c:v>0.0671</c:v>
                </c:pt>
                <c:pt idx="211">
                  <c:v>0.1714</c:v>
                </c:pt>
                <c:pt idx="212">
                  <c:v>0.2522</c:v>
                </c:pt>
                <c:pt idx="213">
                  <c:v>0.2507</c:v>
                </c:pt>
                <c:pt idx="214">
                  <c:v>0.2202</c:v>
                </c:pt>
                <c:pt idx="215">
                  <c:v>0.1245</c:v>
                </c:pt>
                <c:pt idx="216">
                  <c:v>0.1318</c:v>
                </c:pt>
                <c:pt idx="217">
                  <c:v>0.3354</c:v>
                </c:pt>
                <c:pt idx="218">
                  <c:v>0.1164</c:v>
                </c:pt>
                <c:pt idx="219">
                  <c:v>0.2576</c:v>
                </c:pt>
                <c:pt idx="220">
                  <c:v>0.0359</c:v>
                </c:pt>
                <c:pt idx="221">
                  <c:v>0.0872</c:v>
                </c:pt>
                <c:pt idx="222">
                  <c:v>0.0238</c:v>
                </c:pt>
                <c:pt idx="223">
                  <c:v>0.0322</c:v>
                </c:pt>
                <c:pt idx="224">
                  <c:v>0.0868</c:v>
                </c:pt>
                <c:pt idx="225">
                  <c:v>0.097</c:v>
                </c:pt>
                <c:pt idx="226">
                  <c:v>0.0595</c:v>
                </c:pt>
                <c:pt idx="227">
                  <c:v>0.0961</c:v>
                </c:pt>
                <c:pt idx="228">
                  <c:v>0.2219</c:v>
                </c:pt>
                <c:pt idx="229">
                  <c:v>0.0369</c:v>
                </c:pt>
                <c:pt idx="230">
                  <c:v>0.3611</c:v>
                </c:pt>
                <c:pt idx="231">
                  <c:v>0.0651</c:v>
                </c:pt>
                <c:pt idx="232">
                  <c:v>0.2375</c:v>
                </c:pt>
                <c:pt idx="233">
                  <c:v>0.1715</c:v>
                </c:pt>
                <c:pt idx="234">
                  <c:v>0.3107</c:v>
                </c:pt>
                <c:pt idx="235">
                  <c:v>0.0206</c:v>
                </c:pt>
                <c:pt idx="236">
                  <c:v>0.1788</c:v>
                </c:pt>
                <c:pt idx="237">
                  <c:v>0.2268</c:v>
                </c:pt>
                <c:pt idx="238">
                  <c:v>0.2316</c:v>
                </c:pt>
                <c:pt idx="239">
                  <c:v>0.2602</c:v>
                </c:pt>
                <c:pt idx="240">
                  <c:v>0.201</c:v>
                </c:pt>
                <c:pt idx="241">
                  <c:v>0.2181</c:v>
                </c:pt>
                <c:pt idx="242">
                  <c:v>0.0974</c:v>
                </c:pt>
                <c:pt idx="243">
                  <c:v>0.0953</c:v>
                </c:pt>
                <c:pt idx="244">
                  <c:v>0.2479</c:v>
                </c:pt>
                <c:pt idx="245">
                  <c:v>0.2038</c:v>
                </c:pt>
                <c:pt idx="246">
                  <c:v>0.1136</c:v>
                </c:pt>
                <c:pt idx="247">
                  <c:v>0.0575</c:v>
                </c:pt>
                <c:pt idx="248">
                  <c:v>0.1855</c:v>
                </c:pt>
                <c:pt idx="249">
                  <c:v>0.2415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Sheet1!$B$253</c:f>
              <c:strCache>
                <c:ptCount val="1"/>
                <c:pt idx="0">
                  <c:v>malignant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5"/>
            <c:spPr>
              <a:solidFill>
                <a:srgbClr val="FB5A6A"/>
              </a:solidFill>
              <a:ln>
                <a:noFill/>
              </a:ln>
            </c:spPr>
          </c:marker>
          <c:xVal>
            <c:numRef>
              <c:f>Sheet1!$A$254:$A$503</c:f>
              <c:numCache>
                <c:formatCode>General</c:formatCode>
                <c:ptCount val="250"/>
                <c:pt idx="0">
                  <c:v>0.0611</c:v>
                </c:pt>
                <c:pt idx="1">
                  <c:v>0.1215</c:v>
                </c:pt>
                <c:pt idx="2">
                  <c:v>0.1037</c:v>
                </c:pt>
                <c:pt idx="3">
                  <c:v>0.136</c:v>
                </c:pt>
                <c:pt idx="4">
                  <c:v>0.0601</c:v>
                </c:pt>
                <c:pt idx="5">
                  <c:v>0.3317</c:v>
                </c:pt>
                <c:pt idx="6">
                  <c:v>0.0281</c:v>
                </c:pt>
                <c:pt idx="7">
                  <c:v>0.0883</c:v>
                </c:pt>
                <c:pt idx="8">
                  <c:v>0.0746</c:v>
                </c:pt>
                <c:pt idx="9">
                  <c:v>0.1075</c:v>
                </c:pt>
                <c:pt idx="10">
                  <c:v>0.0349</c:v>
                </c:pt>
                <c:pt idx="11">
                  <c:v>0.1173</c:v>
                </c:pt>
                <c:pt idx="12">
                  <c:v>0.0719</c:v>
                </c:pt>
                <c:pt idx="13">
                  <c:v>0.0704</c:v>
                </c:pt>
                <c:pt idx="14">
                  <c:v>0.0539</c:v>
                </c:pt>
                <c:pt idx="15">
                  <c:v>0.0773</c:v>
                </c:pt>
                <c:pt idx="16">
                  <c:v>0.0986</c:v>
                </c:pt>
                <c:pt idx="17">
                  <c:v>0.0353</c:v>
                </c:pt>
                <c:pt idx="18">
                  <c:v>0.094</c:v>
                </c:pt>
                <c:pt idx="19">
                  <c:v>0.0382</c:v>
                </c:pt>
                <c:pt idx="20">
                  <c:v>0.0778</c:v>
                </c:pt>
                <c:pt idx="21">
                  <c:v>0.0327</c:v>
                </c:pt>
                <c:pt idx="22">
                  <c:v>0.0454</c:v>
                </c:pt>
                <c:pt idx="23">
                  <c:v>0.1844</c:v>
                </c:pt>
                <c:pt idx="24">
                  <c:v>0.0206</c:v>
                </c:pt>
                <c:pt idx="25">
                  <c:v>0.0789</c:v>
                </c:pt>
                <c:pt idx="26">
                  <c:v>0.0738</c:v>
                </c:pt>
                <c:pt idx="27">
                  <c:v>0.1866</c:v>
                </c:pt>
                <c:pt idx="28">
                  <c:v>0.0651</c:v>
                </c:pt>
                <c:pt idx="29">
                  <c:v>0.0962</c:v>
                </c:pt>
                <c:pt idx="30">
                  <c:v>0.0706</c:v>
                </c:pt>
                <c:pt idx="31">
                  <c:v>0.1047</c:v>
                </c:pt>
                <c:pt idx="32">
                  <c:v>0.0793</c:v>
                </c:pt>
                <c:pt idx="33">
                  <c:v>0.051</c:v>
                </c:pt>
                <c:pt idx="34">
                  <c:v>0.0986</c:v>
                </c:pt>
                <c:pt idx="35">
                  <c:v>0.2554</c:v>
                </c:pt>
                <c:pt idx="36">
                  <c:v>0.0682</c:v>
                </c:pt>
                <c:pt idx="37">
                  <c:v>0.0577</c:v>
                </c:pt>
                <c:pt idx="38">
                  <c:v>0.1377</c:v>
                </c:pt>
                <c:pt idx="39">
                  <c:v>0.1483</c:v>
                </c:pt>
                <c:pt idx="40">
                  <c:v>0.0373</c:v>
                </c:pt>
                <c:pt idx="41">
                  <c:v>0.0419</c:v>
                </c:pt>
                <c:pt idx="42">
                  <c:v>0.0821</c:v>
                </c:pt>
                <c:pt idx="43">
                  <c:v>0.0248</c:v>
                </c:pt>
                <c:pt idx="44">
                  <c:v>0.0588</c:v>
                </c:pt>
                <c:pt idx="45">
                  <c:v>0.0043</c:v>
                </c:pt>
                <c:pt idx="46">
                  <c:v>0.0655</c:v>
                </c:pt>
                <c:pt idx="47">
                  <c:v>0.0557</c:v>
                </c:pt>
                <c:pt idx="48">
                  <c:v>0.019</c:v>
                </c:pt>
                <c:pt idx="49">
                  <c:v>0.0585</c:v>
                </c:pt>
                <c:pt idx="50">
                  <c:v>0.0815</c:v>
                </c:pt>
                <c:pt idx="51">
                  <c:v>0.0704</c:v>
                </c:pt>
                <c:pt idx="52">
                  <c:v>0.061</c:v>
                </c:pt>
                <c:pt idx="53">
                  <c:v>0.0397</c:v>
                </c:pt>
                <c:pt idx="54">
                  <c:v>0.1147</c:v>
                </c:pt>
                <c:pt idx="55">
                  <c:v>0.0272</c:v>
                </c:pt>
                <c:pt idx="56">
                  <c:v>0.0611</c:v>
                </c:pt>
                <c:pt idx="57">
                  <c:v>0.0507</c:v>
                </c:pt>
                <c:pt idx="58">
                  <c:v>0.15</c:v>
                </c:pt>
                <c:pt idx="59">
                  <c:v>0.0428</c:v>
                </c:pt>
                <c:pt idx="60">
                  <c:v>0.0721</c:v>
                </c:pt>
                <c:pt idx="61">
                  <c:v>0.085</c:v>
                </c:pt>
                <c:pt idx="62">
                  <c:v>0.0443</c:v>
                </c:pt>
                <c:pt idx="63">
                  <c:v>0.0835</c:v>
                </c:pt>
                <c:pt idx="64">
                  <c:v>0.0413</c:v>
                </c:pt>
                <c:pt idx="65">
                  <c:v>0.0395</c:v>
                </c:pt>
                <c:pt idx="66">
                  <c:v>0.1121</c:v>
                </c:pt>
                <c:pt idx="67">
                  <c:v>0.064</c:v>
                </c:pt>
                <c:pt idx="68">
                  <c:v>0.0756</c:v>
                </c:pt>
                <c:pt idx="69">
                  <c:v>0.0947</c:v>
                </c:pt>
                <c:pt idx="70">
                  <c:v>0.0765</c:v>
                </c:pt>
                <c:pt idx="71">
                  <c:v>0.056</c:v>
                </c:pt>
                <c:pt idx="72">
                  <c:v>0.0465</c:v>
                </c:pt>
                <c:pt idx="73">
                  <c:v>0.1531</c:v>
                </c:pt>
                <c:pt idx="74">
                  <c:v>0.0784</c:v>
                </c:pt>
                <c:pt idx="75">
                  <c:v>0.0554</c:v>
                </c:pt>
                <c:pt idx="76">
                  <c:v>0.099</c:v>
                </c:pt>
                <c:pt idx="77">
                  <c:v>0.1154</c:v>
                </c:pt>
                <c:pt idx="78">
                  <c:v>0.0429</c:v>
                </c:pt>
                <c:pt idx="79">
                  <c:v>0.1178</c:v>
                </c:pt>
                <c:pt idx="80">
                  <c:v>0.0581</c:v>
                </c:pt>
                <c:pt idx="81">
                  <c:v>0.0656</c:v>
                </c:pt>
                <c:pt idx="82">
                  <c:v>0.0782</c:v>
                </c:pt>
                <c:pt idx="83">
                  <c:v>0.1841</c:v>
                </c:pt>
                <c:pt idx="84">
                  <c:v>0.101</c:v>
                </c:pt>
                <c:pt idx="85">
                  <c:v>0.0446</c:v>
                </c:pt>
                <c:pt idx="86">
                  <c:v>0.1417</c:v>
                </c:pt>
                <c:pt idx="87">
                  <c:v>0.1409</c:v>
                </c:pt>
                <c:pt idx="88">
                  <c:v>0.0402</c:v>
                </c:pt>
                <c:pt idx="89">
                  <c:v>0.1002</c:v>
                </c:pt>
                <c:pt idx="90">
                  <c:v>0.0202</c:v>
                </c:pt>
                <c:pt idx="91">
                  <c:v>0.2102</c:v>
                </c:pt>
                <c:pt idx="92">
                  <c:v>0.0635</c:v>
                </c:pt>
                <c:pt idx="93">
                  <c:v>0.1106</c:v>
                </c:pt>
                <c:pt idx="94">
                  <c:v>0.1001</c:v>
                </c:pt>
                <c:pt idx="95">
                  <c:v>0.0365</c:v>
                </c:pt>
                <c:pt idx="96">
                  <c:v>0.0587</c:v>
                </c:pt>
                <c:pt idx="97">
                  <c:v>0.2334</c:v>
                </c:pt>
                <c:pt idx="98">
                  <c:v>0.1004</c:v>
                </c:pt>
                <c:pt idx="99">
                  <c:v>0.1706</c:v>
                </c:pt>
                <c:pt idx="100">
                  <c:v>0.0777</c:v>
                </c:pt>
                <c:pt idx="101">
                  <c:v>0.0436</c:v>
                </c:pt>
                <c:pt idx="102">
                  <c:v>0.0571</c:v>
                </c:pt>
                <c:pt idx="103">
                  <c:v>0.0652</c:v>
                </c:pt>
                <c:pt idx="104">
                  <c:v>0.0657</c:v>
                </c:pt>
                <c:pt idx="105">
                  <c:v>0.2659</c:v>
                </c:pt>
                <c:pt idx="106">
                  <c:v>0.1809</c:v>
                </c:pt>
                <c:pt idx="107">
                  <c:v>0.0588</c:v>
                </c:pt>
                <c:pt idx="108">
                  <c:v>0.0634</c:v>
                </c:pt>
                <c:pt idx="109">
                  <c:v>0.0759</c:v>
                </c:pt>
                <c:pt idx="110">
                  <c:v>0.0576</c:v>
                </c:pt>
                <c:pt idx="111">
                  <c:v>0.1418</c:v>
                </c:pt>
                <c:pt idx="112">
                  <c:v>0.1263</c:v>
                </c:pt>
                <c:pt idx="113">
                  <c:v>0.0311</c:v>
                </c:pt>
                <c:pt idx="114">
                  <c:v>0.167</c:v>
                </c:pt>
                <c:pt idx="115">
                  <c:v>0.0099</c:v>
                </c:pt>
                <c:pt idx="116">
                  <c:v>0.0726</c:v>
                </c:pt>
                <c:pt idx="117">
                  <c:v>0.1386</c:v>
                </c:pt>
                <c:pt idx="118">
                  <c:v>0.0536</c:v>
                </c:pt>
                <c:pt idx="119">
                  <c:v>0.0806</c:v>
                </c:pt>
                <c:pt idx="120">
                  <c:v>0.0318</c:v>
                </c:pt>
                <c:pt idx="121">
                  <c:v>0.1081</c:v>
                </c:pt>
                <c:pt idx="122">
                  <c:v>0.0553</c:v>
                </c:pt>
                <c:pt idx="123">
                  <c:v>0.1159</c:v>
                </c:pt>
                <c:pt idx="124">
                  <c:v>0.1491</c:v>
                </c:pt>
                <c:pt idx="125">
                  <c:v>0.0578</c:v>
                </c:pt>
                <c:pt idx="126">
                  <c:v>0.0795</c:v>
                </c:pt>
                <c:pt idx="127">
                  <c:v>0.1229</c:v>
                </c:pt>
                <c:pt idx="128">
                  <c:v>0.0738</c:v>
                </c:pt>
                <c:pt idx="129">
                  <c:v>0.3144</c:v>
                </c:pt>
                <c:pt idx="130">
                  <c:v>0.0642</c:v>
                </c:pt>
                <c:pt idx="131">
                  <c:v>0.064</c:v>
                </c:pt>
                <c:pt idx="132">
                  <c:v>0.0949</c:v>
                </c:pt>
                <c:pt idx="133">
                  <c:v>0.0339</c:v>
                </c:pt>
                <c:pt idx="134">
                  <c:v>0.0752</c:v>
                </c:pt>
                <c:pt idx="135">
                  <c:v>0.07</c:v>
                </c:pt>
                <c:pt idx="136">
                  <c:v>0.0939</c:v>
                </c:pt>
                <c:pt idx="137">
                  <c:v>0.0662</c:v>
                </c:pt>
                <c:pt idx="138">
                  <c:v>0.1216</c:v>
                </c:pt>
                <c:pt idx="139">
                  <c:v>0.0447</c:v>
                </c:pt>
                <c:pt idx="140">
                  <c:v>0.1131</c:v>
                </c:pt>
                <c:pt idx="141">
                  <c:v>0.256</c:v>
                </c:pt>
                <c:pt idx="142">
                  <c:v>0.0181</c:v>
                </c:pt>
                <c:pt idx="143">
                  <c:v>0.0682</c:v>
                </c:pt>
                <c:pt idx="144">
                  <c:v>0.0771</c:v>
                </c:pt>
                <c:pt idx="145">
                  <c:v>0.1246</c:v>
                </c:pt>
                <c:pt idx="146">
                  <c:v>0.0294</c:v>
                </c:pt>
                <c:pt idx="147">
                  <c:v>0.0382</c:v>
                </c:pt>
                <c:pt idx="148">
                  <c:v>0.0657</c:v>
                </c:pt>
                <c:pt idx="149">
                  <c:v>0.0403</c:v>
                </c:pt>
                <c:pt idx="150">
                  <c:v>0.073</c:v>
                </c:pt>
                <c:pt idx="151">
                  <c:v>0.0822</c:v>
                </c:pt>
                <c:pt idx="152">
                  <c:v>0.0601</c:v>
                </c:pt>
                <c:pt idx="153">
                  <c:v>0.0</c:v>
                </c:pt>
                <c:pt idx="154">
                  <c:v>0.0613</c:v>
                </c:pt>
                <c:pt idx="155">
                  <c:v>0.1558</c:v>
                </c:pt>
                <c:pt idx="156">
                  <c:v>0.1486</c:v>
                </c:pt>
                <c:pt idx="157">
                  <c:v>0.0756</c:v>
                </c:pt>
                <c:pt idx="158">
                  <c:v>0.0718</c:v>
                </c:pt>
                <c:pt idx="159">
                  <c:v>0.0971</c:v>
                </c:pt>
                <c:pt idx="160">
                  <c:v>0.0466</c:v>
                </c:pt>
                <c:pt idx="161">
                  <c:v>0.121</c:v>
                </c:pt>
                <c:pt idx="162">
                  <c:v>0.0598</c:v>
                </c:pt>
                <c:pt idx="163">
                  <c:v>0.1662</c:v>
                </c:pt>
                <c:pt idx="164">
                  <c:v>0.1277</c:v>
                </c:pt>
                <c:pt idx="165">
                  <c:v>0.0377</c:v>
                </c:pt>
                <c:pt idx="166">
                  <c:v>0.0691</c:v>
                </c:pt>
                <c:pt idx="167">
                  <c:v>0.779</c:v>
                </c:pt>
                <c:pt idx="168">
                  <c:v>0.0558</c:v>
                </c:pt>
                <c:pt idx="169">
                  <c:v>0.0532</c:v>
                </c:pt>
                <c:pt idx="170">
                  <c:v>0.0593</c:v>
                </c:pt>
                <c:pt idx="171">
                  <c:v>0.0471</c:v>
                </c:pt>
                <c:pt idx="172">
                  <c:v>0.0484</c:v>
                </c:pt>
                <c:pt idx="173">
                  <c:v>0.0429</c:v>
                </c:pt>
                <c:pt idx="174">
                  <c:v>0.0546</c:v>
                </c:pt>
                <c:pt idx="175">
                  <c:v>0.1131</c:v>
                </c:pt>
                <c:pt idx="176">
                  <c:v>0.0824</c:v>
                </c:pt>
                <c:pt idx="177">
                  <c:v>0.051</c:v>
                </c:pt>
                <c:pt idx="178">
                  <c:v>0.0695</c:v>
                </c:pt>
                <c:pt idx="179">
                  <c:v>0.0806</c:v>
                </c:pt>
                <c:pt idx="180">
                  <c:v>0.0563</c:v>
                </c:pt>
                <c:pt idx="181">
                  <c:v>0.0845</c:v>
                </c:pt>
                <c:pt idx="182">
                  <c:v>0.016</c:v>
                </c:pt>
                <c:pt idx="183">
                  <c:v>0.003</c:v>
                </c:pt>
                <c:pt idx="184">
                  <c:v>0.2202</c:v>
                </c:pt>
                <c:pt idx="185">
                  <c:v>0.0381</c:v>
                </c:pt>
                <c:pt idx="186">
                  <c:v>0.0961</c:v>
                </c:pt>
                <c:pt idx="187">
                  <c:v>0.0616</c:v>
                </c:pt>
                <c:pt idx="188">
                  <c:v>0.0582</c:v>
                </c:pt>
                <c:pt idx="189">
                  <c:v>0.0989</c:v>
                </c:pt>
                <c:pt idx="190">
                  <c:v>0.0606</c:v>
                </c:pt>
                <c:pt idx="191">
                  <c:v>0.038</c:v>
                </c:pt>
                <c:pt idx="192">
                  <c:v>0.0982</c:v>
                </c:pt>
                <c:pt idx="193">
                  <c:v>0.176</c:v>
                </c:pt>
                <c:pt idx="194">
                  <c:v>0.2731</c:v>
                </c:pt>
                <c:pt idx="195">
                  <c:v>0.0164</c:v>
                </c:pt>
                <c:pt idx="196">
                  <c:v>0.0445</c:v>
                </c:pt>
                <c:pt idx="197">
                  <c:v>0.065</c:v>
                </c:pt>
                <c:pt idx="198">
                  <c:v>0.0843</c:v>
                </c:pt>
                <c:pt idx="199">
                  <c:v>0.0891</c:v>
                </c:pt>
                <c:pt idx="200">
                  <c:v>0.196</c:v>
                </c:pt>
                <c:pt idx="201">
                  <c:v>0.0299</c:v>
                </c:pt>
                <c:pt idx="202">
                  <c:v>0.0731</c:v>
                </c:pt>
                <c:pt idx="203">
                  <c:v>0.0787</c:v>
                </c:pt>
                <c:pt idx="204">
                  <c:v>0.0727</c:v>
                </c:pt>
                <c:pt idx="205">
                  <c:v>0.1335</c:v>
                </c:pt>
                <c:pt idx="206">
                  <c:v>0.0635</c:v>
                </c:pt>
                <c:pt idx="207">
                  <c:v>0.0775</c:v>
                </c:pt>
                <c:pt idx="208">
                  <c:v>0.0701</c:v>
                </c:pt>
                <c:pt idx="209">
                  <c:v>0.0815</c:v>
                </c:pt>
                <c:pt idx="210">
                  <c:v>0.0875</c:v>
                </c:pt>
                <c:pt idx="211">
                  <c:v>0.0804</c:v>
                </c:pt>
                <c:pt idx="212">
                  <c:v>0.1129</c:v>
                </c:pt>
                <c:pt idx="213">
                  <c:v>0.1156</c:v>
                </c:pt>
                <c:pt idx="214">
                  <c:v>0.2737</c:v>
                </c:pt>
                <c:pt idx="215">
                  <c:v>0.0657</c:v>
                </c:pt>
                <c:pt idx="216">
                  <c:v>0.0905</c:v>
                </c:pt>
                <c:pt idx="217">
                  <c:v>0.055</c:v>
                </c:pt>
                <c:pt idx="218">
                  <c:v>0.5132</c:v>
                </c:pt>
                <c:pt idx="219">
                  <c:v>0.0607</c:v>
                </c:pt>
                <c:pt idx="220">
                  <c:v>0.0574</c:v>
                </c:pt>
                <c:pt idx="221">
                  <c:v>0.2095</c:v>
                </c:pt>
                <c:pt idx="222">
                  <c:v>0.1064</c:v>
                </c:pt>
                <c:pt idx="223">
                  <c:v>0.0655</c:v>
                </c:pt>
                <c:pt idx="224">
                  <c:v>0.0823</c:v>
                </c:pt>
                <c:pt idx="225">
                  <c:v>0.0463</c:v>
                </c:pt>
                <c:pt idx="226">
                  <c:v>0.1047</c:v>
                </c:pt>
                <c:pt idx="227">
                  <c:v>0.1121</c:v>
                </c:pt>
                <c:pt idx="228">
                  <c:v>0.0471</c:v>
                </c:pt>
                <c:pt idx="229">
                  <c:v>0.1503</c:v>
                </c:pt>
                <c:pt idx="230">
                  <c:v>0.0525</c:v>
                </c:pt>
                <c:pt idx="231">
                  <c:v>0.0456</c:v>
                </c:pt>
                <c:pt idx="232">
                  <c:v>0.0975</c:v>
                </c:pt>
                <c:pt idx="233">
                  <c:v>0.0979</c:v>
                </c:pt>
                <c:pt idx="234">
                  <c:v>0.0528</c:v>
                </c:pt>
                <c:pt idx="235">
                  <c:v>0.0997</c:v>
                </c:pt>
                <c:pt idx="236">
                  <c:v>0.0419</c:v>
                </c:pt>
                <c:pt idx="237">
                  <c:v>0.1069</c:v>
                </c:pt>
                <c:pt idx="238">
                  <c:v>0.0636</c:v>
                </c:pt>
                <c:pt idx="239">
                  <c:v>0.103</c:v>
                </c:pt>
                <c:pt idx="240">
                  <c:v>0.0299</c:v>
                </c:pt>
                <c:pt idx="241">
                  <c:v>0.1054</c:v>
                </c:pt>
                <c:pt idx="242">
                  <c:v>0.0338</c:v>
                </c:pt>
                <c:pt idx="243">
                  <c:v>0.1009</c:v>
                </c:pt>
                <c:pt idx="244">
                  <c:v>0.0763</c:v>
                </c:pt>
                <c:pt idx="245">
                  <c:v>0.439</c:v>
                </c:pt>
                <c:pt idx="246">
                  <c:v>0.1637</c:v>
                </c:pt>
                <c:pt idx="247">
                  <c:v>0.0612</c:v>
                </c:pt>
                <c:pt idx="248">
                  <c:v>0.1927</c:v>
                </c:pt>
                <c:pt idx="249">
                  <c:v>0.0725</c:v>
                </c:pt>
              </c:numCache>
            </c:numRef>
          </c:xVal>
          <c:yVal>
            <c:numRef>
              <c:f>Sheet1!$B$254:$B$503</c:f>
              <c:numCache>
                <c:formatCode>General</c:formatCode>
                <c:ptCount val="250"/>
                <c:pt idx="0">
                  <c:v>0.2023</c:v>
                </c:pt>
                <c:pt idx="1">
                  <c:v>0.0237</c:v>
                </c:pt>
                <c:pt idx="2">
                  <c:v>0.0173</c:v>
                </c:pt>
                <c:pt idx="3">
                  <c:v>0.0549</c:v>
                </c:pt>
                <c:pt idx="4">
                  <c:v>0.2688</c:v>
                </c:pt>
                <c:pt idx="5">
                  <c:v>0.0991</c:v>
                </c:pt>
                <c:pt idx="6">
                  <c:v>0.516</c:v>
                </c:pt>
                <c:pt idx="7">
                  <c:v>0.0812</c:v>
                </c:pt>
                <c:pt idx="8">
                  <c:v>0.138</c:v>
                </c:pt>
                <c:pt idx="9">
                  <c:v>0.1682</c:v>
                </c:pt>
                <c:pt idx="10">
                  <c:v>0.5167</c:v>
                </c:pt>
                <c:pt idx="11">
                  <c:v>0.0228</c:v>
                </c:pt>
                <c:pt idx="12">
                  <c:v>0.1684</c:v>
                </c:pt>
                <c:pt idx="13">
                  <c:v>0.3399</c:v>
                </c:pt>
                <c:pt idx="14">
                  <c:v>0.2642</c:v>
                </c:pt>
                <c:pt idx="15">
                  <c:v>0.1932</c:v>
                </c:pt>
                <c:pt idx="16">
                  <c:v>0.2974</c:v>
                </c:pt>
                <c:pt idx="17">
                  <c:v>0.4554</c:v>
                </c:pt>
                <c:pt idx="18">
                  <c:v>0.1158</c:v>
                </c:pt>
                <c:pt idx="19">
                  <c:v>0.5038</c:v>
                </c:pt>
                <c:pt idx="20">
                  <c:v>0.0579</c:v>
                </c:pt>
                <c:pt idx="21">
                  <c:v>0.4086</c:v>
                </c:pt>
                <c:pt idx="22">
                  <c:v>0.3445</c:v>
                </c:pt>
                <c:pt idx="23">
                  <c:v>0.0224</c:v>
                </c:pt>
                <c:pt idx="24">
                  <c:v>0.622</c:v>
                </c:pt>
                <c:pt idx="25">
                  <c:v>0.0912</c:v>
                </c:pt>
                <c:pt idx="26">
                  <c:v>0.1557</c:v>
                </c:pt>
                <c:pt idx="27">
                  <c:v>0.0525</c:v>
                </c:pt>
                <c:pt idx="28">
                  <c:v>0.2422</c:v>
                </c:pt>
                <c:pt idx="29">
                  <c:v>0.0441</c:v>
                </c:pt>
                <c:pt idx="30">
                  <c:v>0.1007</c:v>
                </c:pt>
                <c:pt idx="31">
                  <c:v>0.0199</c:v>
                </c:pt>
                <c:pt idx="32">
                  <c:v>0.1367</c:v>
                </c:pt>
                <c:pt idx="33">
                  <c:v>0.3166</c:v>
                </c:pt>
                <c:pt idx="34">
                  <c:v>0.0519</c:v>
                </c:pt>
                <c:pt idx="35">
                  <c:v>0.0536</c:v>
                </c:pt>
                <c:pt idx="36">
                  <c:v>0.1367</c:v>
                </c:pt>
                <c:pt idx="37">
                  <c:v>0.3051</c:v>
                </c:pt>
                <c:pt idx="38">
                  <c:v>0.0401</c:v>
                </c:pt>
                <c:pt idx="39">
                  <c:v>0.0267</c:v>
                </c:pt>
                <c:pt idx="40">
                  <c:v>0.5025</c:v>
                </c:pt>
                <c:pt idx="41">
                  <c:v>0.437</c:v>
                </c:pt>
                <c:pt idx="42">
                  <c:v>0.1191</c:v>
                </c:pt>
                <c:pt idx="43">
                  <c:v>0.537</c:v>
                </c:pt>
                <c:pt idx="44">
                  <c:v>0.2166</c:v>
                </c:pt>
                <c:pt idx="45">
                  <c:v>0.7235</c:v>
                </c:pt>
                <c:pt idx="46">
                  <c:v>0.2502</c:v>
                </c:pt>
                <c:pt idx="47">
                  <c:v>0.2814</c:v>
                </c:pt>
                <c:pt idx="48">
                  <c:v>0.6617</c:v>
                </c:pt>
                <c:pt idx="49">
                  <c:v>0.2866</c:v>
                </c:pt>
                <c:pt idx="50">
                  <c:v>0.2863</c:v>
                </c:pt>
                <c:pt idx="51">
                  <c:v>0.1274</c:v>
                </c:pt>
                <c:pt idx="52">
                  <c:v>0.3253</c:v>
                </c:pt>
                <c:pt idx="53">
                  <c:v>0.346</c:v>
                </c:pt>
                <c:pt idx="54">
                  <c:v>0.0695</c:v>
                </c:pt>
                <c:pt idx="55">
                  <c:v>0.5874</c:v>
                </c:pt>
                <c:pt idx="56">
                  <c:v>0.2402</c:v>
                </c:pt>
                <c:pt idx="57">
                  <c:v>0.326</c:v>
                </c:pt>
                <c:pt idx="58">
                  <c:v>0.0595</c:v>
                </c:pt>
                <c:pt idx="59">
                  <c:v>0.427</c:v>
                </c:pt>
                <c:pt idx="60">
                  <c:v>0.1466</c:v>
                </c:pt>
                <c:pt idx="61">
                  <c:v>0.0399</c:v>
                </c:pt>
                <c:pt idx="62">
                  <c:v>0.3688</c:v>
                </c:pt>
                <c:pt idx="63">
                  <c:v>0.1211</c:v>
                </c:pt>
                <c:pt idx="64">
                  <c:v>0.3446</c:v>
                </c:pt>
                <c:pt idx="65">
                  <c:v>0.4387</c:v>
                </c:pt>
                <c:pt idx="66">
                  <c:v>0.0098</c:v>
                </c:pt>
                <c:pt idx="67">
                  <c:v>0.2372</c:v>
                </c:pt>
                <c:pt idx="68">
                  <c:v>0.2889</c:v>
                </c:pt>
                <c:pt idx="69">
                  <c:v>0.0256</c:v>
                </c:pt>
                <c:pt idx="70">
                  <c:v>0.0854</c:v>
                </c:pt>
                <c:pt idx="71">
                  <c:v>0.3216</c:v>
                </c:pt>
                <c:pt idx="72">
                  <c:v>0.3658</c:v>
                </c:pt>
                <c:pt idx="73">
                  <c:v>0.1044</c:v>
                </c:pt>
                <c:pt idx="74">
                  <c:v>0.0718</c:v>
                </c:pt>
                <c:pt idx="75">
                  <c:v>0.2634</c:v>
                </c:pt>
                <c:pt idx="76">
                  <c:v>0.075</c:v>
                </c:pt>
                <c:pt idx="77">
                  <c:v>0.0126</c:v>
                </c:pt>
                <c:pt idx="78">
                  <c:v>0.4598</c:v>
                </c:pt>
                <c:pt idx="79">
                  <c:v>0.0279</c:v>
                </c:pt>
                <c:pt idx="80">
                  <c:v>0.2605</c:v>
                </c:pt>
                <c:pt idx="81">
                  <c:v>0.1863</c:v>
                </c:pt>
                <c:pt idx="82">
                  <c:v>0.1192</c:v>
                </c:pt>
                <c:pt idx="83">
                  <c:v>0.0292</c:v>
                </c:pt>
                <c:pt idx="84">
                  <c:v>0.015</c:v>
                </c:pt>
                <c:pt idx="85">
                  <c:v>0.3947</c:v>
                </c:pt>
                <c:pt idx="86">
                  <c:v>0.0472</c:v>
                </c:pt>
                <c:pt idx="87">
                  <c:v>0.0562</c:v>
                </c:pt>
                <c:pt idx="88">
                  <c:v>0.4546</c:v>
                </c:pt>
                <c:pt idx="89">
                  <c:v>0.0602</c:v>
                </c:pt>
                <c:pt idx="90">
                  <c:v>0.5444</c:v>
                </c:pt>
                <c:pt idx="91">
                  <c:v>0.0329</c:v>
                </c:pt>
                <c:pt idx="92">
                  <c:v>0.3526</c:v>
                </c:pt>
                <c:pt idx="93">
                  <c:v>0.0306</c:v>
                </c:pt>
                <c:pt idx="94">
                  <c:v>0.0689</c:v>
                </c:pt>
                <c:pt idx="95">
                  <c:v>0.396</c:v>
                </c:pt>
                <c:pt idx="96">
                  <c:v>0.249</c:v>
                </c:pt>
                <c:pt idx="97">
                  <c:v>0.0464</c:v>
                </c:pt>
                <c:pt idx="98">
                  <c:v>0.0283</c:v>
                </c:pt>
                <c:pt idx="99">
                  <c:v>0.0235</c:v>
                </c:pt>
                <c:pt idx="100">
                  <c:v>0.0802</c:v>
                </c:pt>
                <c:pt idx="101">
                  <c:v>0.3519</c:v>
                </c:pt>
                <c:pt idx="102">
                  <c:v>0.3706</c:v>
                </c:pt>
                <c:pt idx="103">
                  <c:v>0.2518</c:v>
                </c:pt>
                <c:pt idx="104">
                  <c:v>0.2154</c:v>
                </c:pt>
                <c:pt idx="105">
                  <c:v>0.0675</c:v>
                </c:pt>
                <c:pt idx="106">
                  <c:v>0.0258</c:v>
                </c:pt>
                <c:pt idx="107">
                  <c:v>0.3718</c:v>
                </c:pt>
                <c:pt idx="108">
                  <c:v>0.2053</c:v>
                </c:pt>
                <c:pt idx="109">
                  <c:v>0.1658</c:v>
                </c:pt>
                <c:pt idx="110">
                  <c:v>0.251</c:v>
                </c:pt>
                <c:pt idx="111">
                  <c:v>0.0759</c:v>
                </c:pt>
                <c:pt idx="112">
                  <c:v>0.0224</c:v>
                </c:pt>
                <c:pt idx="113">
                  <c:v>0.5006</c:v>
                </c:pt>
                <c:pt idx="114">
                  <c:v>0.0494</c:v>
                </c:pt>
                <c:pt idx="115">
                  <c:v>0.7052</c:v>
                </c:pt>
                <c:pt idx="116">
                  <c:v>0.1747</c:v>
                </c:pt>
                <c:pt idx="117">
                  <c:v>0.1128</c:v>
                </c:pt>
                <c:pt idx="118">
                  <c:v>0.2528</c:v>
                </c:pt>
                <c:pt idx="119">
                  <c:v>0.1118</c:v>
                </c:pt>
                <c:pt idx="120">
                  <c:v>0.5103</c:v>
                </c:pt>
                <c:pt idx="121">
                  <c:v>0.0171</c:v>
                </c:pt>
                <c:pt idx="122">
                  <c:v>0.276</c:v>
                </c:pt>
                <c:pt idx="123">
                  <c:v>0.0133</c:v>
                </c:pt>
                <c:pt idx="124">
                  <c:v>0.1295</c:v>
                </c:pt>
                <c:pt idx="125">
                  <c:v>0.2143</c:v>
                </c:pt>
                <c:pt idx="126">
                  <c:v>0.1113</c:v>
                </c:pt>
                <c:pt idx="127">
                  <c:v>0.2332</c:v>
                </c:pt>
                <c:pt idx="128">
                  <c:v>0.1698</c:v>
                </c:pt>
                <c:pt idx="129">
                  <c:v>0.0833</c:v>
                </c:pt>
                <c:pt idx="130">
                  <c:v>0.1892</c:v>
                </c:pt>
                <c:pt idx="131">
                  <c:v>0.1944</c:v>
                </c:pt>
                <c:pt idx="132">
                  <c:v>0.0582</c:v>
                </c:pt>
                <c:pt idx="133">
                  <c:v>0.5244</c:v>
                </c:pt>
                <c:pt idx="134">
                  <c:v>0.1534</c:v>
                </c:pt>
                <c:pt idx="135">
                  <c:v>0.1423</c:v>
                </c:pt>
                <c:pt idx="136">
                  <c:v>0.0839</c:v>
                </c:pt>
                <c:pt idx="137">
                  <c:v>0.3054</c:v>
                </c:pt>
                <c:pt idx="138">
                  <c:v>0.0567</c:v>
                </c:pt>
                <c:pt idx="139">
                  <c:v>0.3114</c:v>
                </c:pt>
                <c:pt idx="140">
                  <c:v>0.0427</c:v>
                </c:pt>
                <c:pt idx="141">
                  <c:v>0.1076</c:v>
                </c:pt>
                <c:pt idx="142">
                  <c:v>0.6522</c:v>
                </c:pt>
                <c:pt idx="143">
                  <c:v>0.3081</c:v>
                </c:pt>
                <c:pt idx="144">
                  <c:v>0.2342</c:v>
                </c:pt>
                <c:pt idx="145">
                  <c:v>0.034</c:v>
                </c:pt>
                <c:pt idx="146">
                  <c:v>0.5659</c:v>
                </c:pt>
                <c:pt idx="147">
                  <c:v>0.4361</c:v>
                </c:pt>
                <c:pt idx="148">
                  <c:v>0.2177</c:v>
                </c:pt>
                <c:pt idx="149">
                  <c:v>0.3446</c:v>
                </c:pt>
                <c:pt idx="150">
                  <c:v>0.1641</c:v>
                </c:pt>
                <c:pt idx="151">
                  <c:v>0.3733</c:v>
                </c:pt>
                <c:pt idx="152">
                  <c:v>0.2048</c:v>
                </c:pt>
                <c:pt idx="153">
                  <c:v>0.8186</c:v>
                </c:pt>
                <c:pt idx="154">
                  <c:v>0.178</c:v>
                </c:pt>
                <c:pt idx="155">
                  <c:v>0.0457</c:v>
                </c:pt>
                <c:pt idx="156">
                  <c:v>0.0706</c:v>
                </c:pt>
                <c:pt idx="157">
                  <c:v>0.0847</c:v>
                </c:pt>
                <c:pt idx="158">
                  <c:v>0.2571</c:v>
                </c:pt>
                <c:pt idx="159">
                  <c:v>0.1253</c:v>
                </c:pt>
                <c:pt idx="160">
                  <c:v>0.339</c:v>
                </c:pt>
                <c:pt idx="161">
                  <c:v>0.0144</c:v>
                </c:pt>
                <c:pt idx="162">
                  <c:v>0.3356</c:v>
                </c:pt>
                <c:pt idx="163">
                  <c:v>0.0291</c:v>
                </c:pt>
                <c:pt idx="164">
                  <c:v>0.0259</c:v>
                </c:pt>
                <c:pt idx="165">
                  <c:v>0.4956</c:v>
                </c:pt>
                <c:pt idx="166">
                  <c:v>0.3344</c:v>
                </c:pt>
                <c:pt idx="167">
                  <c:v>0.27</c:v>
                </c:pt>
                <c:pt idx="168">
                  <c:v>0.3025</c:v>
                </c:pt>
                <c:pt idx="169">
                  <c:v>0.3176</c:v>
                </c:pt>
                <c:pt idx="170">
                  <c:v>0.2552</c:v>
                </c:pt>
                <c:pt idx="171">
                  <c:v>0.4116</c:v>
                </c:pt>
                <c:pt idx="172">
                  <c:v>0.2649</c:v>
                </c:pt>
                <c:pt idx="173">
                  <c:v>0.3772</c:v>
                </c:pt>
                <c:pt idx="174">
                  <c:v>0.316</c:v>
                </c:pt>
                <c:pt idx="175">
                  <c:v>0.2355</c:v>
                </c:pt>
                <c:pt idx="176">
                  <c:v>0.073</c:v>
                </c:pt>
                <c:pt idx="177">
                  <c:v>0.2977</c:v>
                </c:pt>
                <c:pt idx="178">
                  <c:v>0.1451</c:v>
                </c:pt>
                <c:pt idx="179">
                  <c:v>0.0686</c:v>
                </c:pt>
                <c:pt idx="180">
                  <c:v>0.2986</c:v>
                </c:pt>
                <c:pt idx="181">
                  <c:v>0.1648</c:v>
                </c:pt>
                <c:pt idx="182">
                  <c:v>0.6198</c:v>
                </c:pt>
                <c:pt idx="183">
                  <c:v>1.0</c:v>
                </c:pt>
                <c:pt idx="184">
                  <c:v>0.0693</c:v>
                </c:pt>
                <c:pt idx="185">
                  <c:v>0.4525</c:v>
                </c:pt>
                <c:pt idx="186">
                  <c:v>0.0312</c:v>
                </c:pt>
                <c:pt idx="187">
                  <c:v>0.2172</c:v>
                </c:pt>
                <c:pt idx="188">
                  <c:v>0.2808</c:v>
                </c:pt>
                <c:pt idx="189">
                  <c:v>0.2639</c:v>
                </c:pt>
                <c:pt idx="190">
                  <c:v>0.2918</c:v>
                </c:pt>
                <c:pt idx="191">
                  <c:v>0.3764</c:v>
                </c:pt>
                <c:pt idx="192">
                  <c:v>0.1096</c:v>
                </c:pt>
                <c:pt idx="193">
                  <c:v>0.0573</c:v>
                </c:pt>
                <c:pt idx="194">
                  <c:v>0.0548</c:v>
                </c:pt>
                <c:pt idx="195">
                  <c:v>0.7126</c:v>
                </c:pt>
                <c:pt idx="196">
                  <c:v>0.3812</c:v>
                </c:pt>
                <c:pt idx="197">
                  <c:v>0.1887</c:v>
                </c:pt>
                <c:pt idx="198">
                  <c:v>0.1641</c:v>
                </c:pt>
                <c:pt idx="199">
                  <c:v>0.0251</c:v>
                </c:pt>
                <c:pt idx="200">
                  <c:v>0.0258</c:v>
                </c:pt>
                <c:pt idx="201">
                  <c:v>0.5094</c:v>
                </c:pt>
                <c:pt idx="202">
                  <c:v>0.2195</c:v>
                </c:pt>
                <c:pt idx="203">
                  <c:v>0.1218</c:v>
                </c:pt>
                <c:pt idx="204">
                  <c:v>0.1036</c:v>
                </c:pt>
                <c:pt idx="205">
                  <c:v>0.0609</c:v>
                </c:pt>
                <c:pt idx="206">
                  <c:v>0.1901</c:v>
                </c:pt>
                <c:pt idx="207">
                  <c:v>0.1768</c:v>
                </c:pt>
                <c:pt idx="208">
                  <c:v>0.1397</c:v>
                </c:pt>
                <c:pt idx="209">
                  <c:v>0.244</c:v>
                </c:pt>
                <c:pt idx="210">
                  <c:v>0.1172</c:v>
                </c:pt>
                <c:pt idx="211">
                  <c:v>0.0987</c:v>
                </c:pt>
                <c:pt idx="212">
                  <c:v>0.1804</c:v>
                </c:pt>
                <c:pt idx="213">
                  <c:v>0.0349</c:v>
                </c:pt>
                <c:pt idx="214">
                  <c:v>0.0817</c:v>
                </c:pt>
                <c:pt idx="215">
                  <c:v>0.1501</c:v>
                </c:pt>
                <c:pt idx="216">
                  <c:v>0.0387</c:v>
                </c:pt>
                <c:pt idx="217">
                  <c:v>0.2977</c:v>
                </c:pt>
                <c:pt idx="218">
                  <c:v>0.159</c:v>
                </c:pt>
                <c:pt idx="219">
                  <c:v>0.2269</c:v>
                </c:pt>
                <c:pt idx="220">
                  <c:v>0.2519</c:v>
                </c:pt>
                <c:pt idx="221">
                  <c:v>0.052</c:v>
                </c:pt>
                <c:pt idx="222">
                  <c:v>0.2738</c:v>
                </c:pt>
                <c:pt idx="223">
                  <c:v>0.1666</c:v>
                </c:pt>
                <c:pt idx="224">
                  <c:v>0.0672</c:v>
                </c:pt>
                <c:pt idx="225">
                  <c:v>0.3249</c:v>
                </c:pt>
                <c:pt idx="226">
                  <c:v>0.0788</c:v>
                </c:pt>
                <c:pt idx="227">
                  <c:v>0.0885</c:v>
                </c:pt>
                <c:pt idx="228">
                  <c:v>0.3103</c:v>
                </c:pt>
                <c:pt idx="229">
                  <c:v>0.0139</c:v>
                </c:pt>
                <c:pt idx="230">
                  <c:v>0.3138</c:v>
                </c:pt>
                <c:pt idx="231">
                  <c:v>0.392</c:v>
                </c:pt>
                <c:pt idx="232">
                  <c:v>0.1662</c:v>
                </c:pt>
                <c:pt idx="233">
                  <c:v>0.0144</c:v>
                </c:pt>
                <c:pt idx="234">
                  <c:v>0.2769</c:v>
                </c:pt>
                <c:pt idx="235">
                  <c:v>0.0717</c:v>
                </c:pt>
                <c:pt idx="236">
                  <c:v>0.3855</c:v>
                </c:pt>
                <c:pt idx="237">
                  <c:v>0.0095</c:v>
                </c:pt>
                <c:pt idx="238">
                  <c:v>0.2882</c:v>
                </c:pt>
                <c:pt idx="239">
                  <c:v>0.0176</c:v>
                </c:pt>
                <c:pt idx="240">
                  <c:v>0.5519</c:v>
                </c:pt>
                <c:pt idx="241">
                  <c:v>0.0488</c:v>
                </c:pt>
                <c:pt idx="242">
                  <c:v>0.49</c:v>
                </c:pt>
                <c:pt idx="243">
                  <c:v>0.1424</c:v>
                </c:pt>
                <c:pt idx="244">
                  <c:v>0.0749</c:v>
                </c:pt>
                <c:pt idx="245">
                  <c:v>0.17</c:v>
                </c:pt>
                <c:pt idx="246">
                  <c:v>0.0466</c:v>
                </c:pt>
                <c:pt idx="247">
                  <c:v>0.2038</c:v>
                </c:pt>
                <c:pt idx="248">
                  <c:v>0.0235</c:v>
                </c:pt>
                <c:pt idx="249">
                  <c:v>0.165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232E3C"/>
            </a:solidFill>
          </a:ln>
        </c:spPr>
        <c:txPr>
          <a:bodyPr/>
          <a:lstStyle/>
          <a:p>
            <a:pPr>
              <a:defRPr sz="1000">
                <a:solidFill>
                  <a:srgbClr val="8B98A8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232E3C"/>
            </a:solidFill>
          </a:ln>
        </c:spPr>
        <c:txPr>
          <a:bodyPr/>
          <a:lstStyle/>
          <a:p>
            <a:pPr>
              <a:defRPr sz="1000">
                <a:solidFill>
                  <a:srgbClr val="8B98A8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8B98A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B8CFF"/>
                </a:solidFill>
                <a:latin typeface="Consolas"/>
              </a:rPr>
              <a:t>HAM10000 · MULTIMODAL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9875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EAF0F7"/>
                </a:solidFill>
                <a:latin typeface="Georgia"/>
              </a:rPr>
              <a:t>Can patient history help a</a:t>
            </a:r>
          </a:p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EAF0F7"/>
                </a:solidFill>
                <a:latin typeface="Georgia"/>
              </a:rPr>
              <a:t>model catch skin cancer?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8686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8A8"/>
                </a:solidFill>
                <a:latin typeface="Segoe UI"/>
              </a:rPr>
              <a:t>An image-plus-metadata classifier for benign vs. malignant skin lesions,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B98A8"/>
                </a:solidFill>
                <a:latin typeface="Segoe UI"/>
              </a:rPr>
              <a:t>evaluated honestly on 500 held-out cases the model never trained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D7D92"/>
                </a:solidFill>
                <a:latin typeface="Consolas"/>
              </a:rPr>
              <a:t>github.com/evanwang810/skin-cancer-multimodal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AF0F7"/>
                </a:solidFill>
                <a:latin typeface="Georgia"/>
              </a:rPr>
              <a:t>A dermoscopy photo isn't the whole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8961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B98A8"/>
                </a:solidFill>
                <a:latin typeface="Segoe UI"/>
              </a:rPr>
              <a:t>A dermatologist doesn't just look at a lesion — they factor in the patient's age, sex, and where on the body it is. Melanoma risk climbs sharply with age; different lesion types cluster on different body sites. An image-only model throws that context away. This project asks whether adding it back — as a second, small encoder fused with the image features — measurably helps.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DATA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AF0F7"/>
                </a:solidFill>
                <a:latin typeface="Georgia"/>
              </a:rPr>
              <a:t>HAM10000, split by lesion — not by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601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B98A8"/>
                </a:solidFill>
                <a:latin typeface="Segoe UI"/>
              </a:rPr>
              <a:t>10,015 dermoscopy images across 7 diagnoses, collapsed to benign vs. malignant. The dataset has multiple photos of the same lesion — a naive random split can put near-duplicate images of one lesion in both train and test, quietly inflating every metric. This project splits by lesion ID first, 70/15/15, so no lesion crosses the train/val/test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301752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5020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7→2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451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DIAGNOSES COLLAPSED TO BENIGN/MALIGNANT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840480"/>
            <a:ext cx="301752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395020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70/15/15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6451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LESION-GROUPED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840480"/>
            <a:ext cx="301752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95020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6451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TEST CASES ANALYZED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AF0F7"/>
                </a:solidFill>
                <a:latin typeface="Georgia"/>
              </a:rPr>
              <a:t>Two encoders, fused, one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2331720" cy="237744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D7D92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F0F7"/>
                </a:solidFill>
                <a:latin typeface="Segoe UI"/>
              </a:rPr>
              <a:t>Image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965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B98A8"/>
                </a:solidFill>
                <a:latin typeface="Segoe UI"/>
              </a:rPr>
              <a:t>ResNet50, pretrained on ImageNet, fine-tuned on dermoscopy → feature vector.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94560"/>
            <a:ext cx="2331720" cy="237744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D7D92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803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F0F7"/>
                </a:solidFill>
                <a:latin typeface="Segoe UI"/>
              </a:rPr>
              <a:t>Metadata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46120"/>
            <a:ext cx="1965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B98A8"/>
                </a:solidFill>
                <a:latin typeface="Segoe UI"/>
              </a:rPr>
              <a:t>Small MLP over age, sex, lesion location → its own feature vector.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194560"/>
            <a:ext cx="2331720" cy="237744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3317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D7D92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803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F0F7"/>
                </a:solidFill>
                <a:latin typeface="Segoe UI"/>
              </a:rPr>
              <a:t>Fuse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46120"/>
            <a:ext cx="1965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B98A8"/>
                </a:solidFill>
                <a:latin typeface="Segoe UI"/>
              </a:rPr>
              <a:t>The two vectors are concatenated into one lesion representation.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194560"/>
            <a:ext cx="2331720" cy="237744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3317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D7D92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803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F0F7"/>
                </a:solidFill>
                <a:latin typeface="Segoe UI"/>
              </a:rPr>
              <a:t>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46120"/>
            <a:ext cx="1965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B98A8"/>
                </a:solidFill>
                <a:latin typeface="Segoe UI"/>
              </a:rPr>
              <a:t>One layer → P(malignant); threshold tuned on the validation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AF0F7"/>
                </a:solidFill>
                <a:latin typeface="Georgia"/>
              </a:rPr>
              <a:t>On 500 held-out test lesions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BA3E8"/>
                </a:solidFill>
                <a:latin typeface="Consolas"/>
              </a:rPr>
              <a:t>0.899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163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21408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80.6%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8163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0116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2121408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80.0%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8163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MALIGNANT 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121408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81.0%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163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PRECISION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66160"/>
            <a:ext cx="9601200" cy="914400"/>
          </a:xfrm>
          <a:prstGeom prst="roundRect">
            <a:avLst>
              <a:gd name="adj" fmla="val 6000"/>
            </a:avLst>
          </a:prstGeom>
          <a:solidFill>
            <a:srgbClr val="0D121A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57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D7D92"/>
                </a:solidFill>
                <a:latin typeface="Segoe UI"/>
              </a:rPr>
              <a:t>⚠  The image-only vs. multimodal comparison from this run wasn't saved to a file (notebook outputs were cleared before export) — it lives in the notebook's own printed output, not reproduced here from memory. What follows is the multimodal model's real performance and where it does and doesn't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Georgia"/>
              </a:rPr>
              <a:t>What the fused features actually look like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65960"/>
          <a:ext cx="6035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2103120"/>
            <a:ext cx="4206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B98A8"/>
                </a:solidFill>
                <a:latin typeface="Segoe UI"/>
              </a:rPr>
              <a:t>Each point is one of the 500 test lesions — its fused image+metadata vector, reduced to 2D with PCA. No clinical unit on the axes; they're just the two directions of largest variation in what the model learned.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4297680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D7D92"/>
                </a:solidFill>
                <a:latin typeface="Segoe UI"/>
              </a:rPr>
              <a:t>The two colors mostly separate into their own regions — a sign the model learned a real decision boundary, not noise. The cases in the mixed middle are where it's least certain.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A REAL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Georgia"/>
              </a:rPr>
              <a:t>Confidently, correctly malignant</a:t>
            </a:r>
          </a:p>
        </p:txBody>
      </p:sp>
      <p:pic>
        <p:nvPicPr>
          <p:cNvPr id="5" name="Picture 4" descr="96_or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5262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D7D92"/>
                </a:solidFill>
                <a:latin typeface="Consolas"/>
              </a:rPr>
              <a:t>dermoscopy</a:t>
            </a:r>
          </a:p>
        </p:txBody>
      </p:sp>
      <p:pic>
        <p:nvPicPr>
          <p:cNvPr id="7" name="Picture 6" descr="96_c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10312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7560" y="45262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D7D92"/>
                </a:solidFill>
                <a:latin typeface="Consolas"/>
              </a:rPr>
              <a:t>grad-cam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031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D121A"/>
          </a:solidFill>
          <a:ln w="12700">
            <a:solidFill>
              <a:srgbClr val="46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46C26A"/>
                </a:solidFill>
                <a:latin typeface="Consolas"/>
              </a:rPr>
              <a:t>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06040"/>
            <a:ext cx="5303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B98A8"/>
                </a:solidFill>
                <a:latin typeface="Segoe UI"/>
              </a:rPr>
              <a:t>P(malignant) = 1.00. The Grad-CAM heat sits on the lesion itself, not the surrounding skin — a sign the model is keying on the right region, not a background artifact.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4805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Consolas"/>
              </a:rPr>
              <a:t>age 65 · male · 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A REAL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Georgia"/>
              </a:rPr>
              <a:t>Confidently, incorrectly benign</a:t>
            </a:r>
          </a:p>
        </p:txBody>
      </p:sp>
      <p:pic>
        <p:nvPicPr>
          <p:cNvPr id="5" name="Picture 4" descr="330_or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5262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D7D92"/>
                </a:solidFill>
                <a:latin typeface="Consolas"/>
              </a:rPr>
              <a:t>dermoscopy</a:t>
            </a:r>
          </a:p>
        </p:txBody>
      </p:sp>
      <p:pic>
        <p:nvPicPr>
          <p:cNvPr id="7" name="Picture 6" descr="330_c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10312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37560" y="45262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D7D92"/>
                </a:solidFill>
                <a:latin typeface="Consolas"/>
              </a:rPr>
              <a:t>grad-cam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031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D121A"/>
          </a:solidFill>
          <a:ln w="12700">
            <a:solidFill>
              <a:srgbClr val="FB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FB5A6A"/>
                </a:solidFill>
                <a:latin typeface="Consolas"/>
              </a:rPr>
              <a:t>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06040"/>
            <a:ext cx="5303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B98A8"/>
                </a:solidFill>
                <a:latin typeface="Segoe UI"/>
              </a:rPr>
              <a:t>This lesion was malignant. The model gave it P(malignant) = 0.00 — not a borderline call, a confident miss. Cases like this are why recall and error analysis matter more than a single accuracy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4805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8A8"/>
                </a:solidFill>
                <a:latin typeface="Consolas"/>
              </a:rPr>
              <a:t>age 50 · female · 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EAF0F7"/>
                </a:solidFill>
                <a:latin typeface="Georgia"/>
              </a:rPr>
              <a:t>Age carries real signal — and a real weakness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98A8"/>
                </a:solidFill>
                <a:latin typeface="Segoe UI"/>
              </a:rPr>
              <a:t>Malignant rate climbs from 18.2% under 30 to 74.5% at 75+ in this sample — exactly the epidemiological pattern that gives the metadata encoder something real to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recall, under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761488"/>
            <a:ext cx="60350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2761488"/>
            <a:ext cx="3017520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50.0%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recall, 75+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264408"/>
            <a:ext cx="60350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3264408"/>
            <a:ext cx="5290919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2461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87.7%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D7D92"/>
                </a:solidFill>
                <a:latin typeface="Segoe UI"/>
              </a:rPr>
              <a:t>Younger malignant lesions are rarer in this data and get caught less often — the harder case, not the common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EAF0F7"/>
                </a:solidFill>
                <a:latin typeface="Georgia"/>
              </a:rPr>
              <a:t>Recall depends on where the lesion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face (n=52)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938528"/>
            <a:ext cx="64922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938528"/>
            <a:ext cx="5980002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92.1%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lower extremity (n=103)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41448"/>
            <a:ext cx="64922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2441448"/>
            <a:ext cx="5700186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42316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87.8%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back (n=123)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944368"/>
            <a:ext cx="64922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2944368"/>
            <a:ext cx="5232745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926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80.6%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trunk (n=53)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447288"/>
            <a:ext cx="64922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51760" y="3447288"/>
            <a:ext cx="4328376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4290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66.7%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abdomen (n=38)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3950208"/>
            <a:ext cx="64922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51760" y="3950208"/>
            <a:ext cx="1298448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9319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20.0%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548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D7D92"/>
                </a:solidFill>
                <a:latin typeface="Segoe UI"/>
              </a:rPr>
              <a:t>Abdomen recall (20%, n=10 malignant) is the weakest reliable signal in the data — a real gap, not noise, though still a small sample.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AF0F7"/>
                </a:solidFill>
                <a:latin typeface="Georgia"/>
              </a:rPr>
              <a:t>A recall gap by sex, observed but not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98A8"/>
                </a:solidFill>
                <a:latin typeface="Segoe UI"/>
              </a:rPr>
              <a:t>Malignant recall is 85.2% for male patients versus 71.6% for female patients in this sample — a 14-point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male (n=282)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761488"/>
            <a:ext cx="60350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2761488"/>
            <a:ext cx="5139440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85.2%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8A8"/>
                </a:solidFill>
                <a:latin typeface="Consolas"/>
              </a:rPr>
              <a:t>female (n=218)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264408"/>
            <a:ext cx="6035040" cy="274320"/>
          </a:xfrm>
          <a:prstGeom prst="roundRect">
            <a:avLst>
              <a:gd name="adj" fmla="val 35000"/>
            </a:avLst>
          </a:prstGeom>
          <a:solidFill>
            <a:srgbClr val="0D121A"/>
          </a:solidFill>
          <a:ln w="9525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3264408"/>
            <a:ext cx="4319881" cy="274320"/>
          </a:xfrm>
          <a:prstGeom prst="roundRect">
            <a:avLst>
              <a:gd name="adj" fmla="val 35000"/>
            </a:avLst>
          </a:prstGeom>
          <a:solidFill>
            <a:srgbClr val="3B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2461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EAF0F7"/>
                </a:solidFill>
                <a:latin typeface="Consolas"/>
              </a:rPr>
              <a:t>71.6%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9601200" cy="914400"/>
          </a:xfrm>
          <a:prstGeom prst="roundRect">
            <a:avLst>
              <a:gd name="adj" fmla="val 6000"/>
            </a:avLst>
          </a:prstGeom>
          <a:solidFill>
            <a:srgbClr val="0D121A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D7D92"/>
                </a:solidFill>
                <a:latin typeface="Segoe UI"/>
              </a:rPr>
              <a:t>⚠  This is an observed pattern in one 500-case sample, not a demonstrated cause. It could reflect which lesion types are more common by sex in this dataset rather than the model treating sexes differently — worth investigating further, not worth overclaiming.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AF0F7"/>
                </a:solidFill>
                <a:latin typeface="Georgia"/>
              </a:rPr>
              <a:t>Confidence isn't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98A8"/>
                </a:solidFill>
                <a:latin typeface="Segoe UI"/>
              </a:rPr>
              <a:t>On average the model is more confident when it's right than when it's wrong — a sign of reasonable calibration. But of its 97 errors on this sample, 42 (43%) were confidently wrong, not borderline calls like the case shown earlier.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292608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10128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0.41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0507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AVG. CONFIDENCE, CORRECT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40" y="3200400"/>
            <a:ext cx="292608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310128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0.26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00507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AVG. CONFIDENCE, WRONG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200400"/>
            <a:ext cx="2926080" cy="1188720"/>
          </a:xfrm>
          <a:prstGeom prst="roundRect">
            <a:avLst>
              <a:gd name="adj" fmla="val 6000"/>
            </a:avLst>
          </a:prstGeom>
          <a:solidFill>
            <a:srgbClr val="121924"/>
          </a:solidFill>
          <a:ln w="12700">
            <a:solidFill>
              <a:srgbClr val="23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3310128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AF0F7"/>
                </a:solidFill>
                <a:latin typeface="Consolas"/>
              </a:rPr>
              <a:t>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00507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8A8"/>
                </a:solidFill>
                <a:latin typeface="Segoe UI"/>
              </a:rPr>
              <a:t>OF ERRORS, CONFIDENTLY WRONG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B8CFF"/>
                </a:solidFill>
                <a:latin typeface="Consolas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AF0F7"/>
                </a:solidFill>
                <a:latin typeface="Georgia"/>
              </a:rPr>
              <a:t>What this isn't,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D7D92"/>
                </a:solidFill>
                <a:latin typeface="Segoe UI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B98A8"/>
                </a:solidFill>
                <a:latin typeface="Segoe UI"/>
              </a:rPr>
              <a:t>Image-only comparison not reproduced here — needs re-running and saving both models' metrics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D7D92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B98A8"/>
                </a:solidFill>
                <a:latin typeface="Segoe UI"/>
              </a:rPr>
              <a:t>Small samples at some sites — ear, hand, genital, and “unknown” location have too few cases to trust individually.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D7D92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2336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B98A8"/>
                </a:solidFill>
                <a:latin typeface="Segoe UI"/>
              </a:rPr>
              <a:t>One dataset, one model family — HAM10000 only, ResNet50 only. A Vision Transformer / CLIP-style text-encoded-metadata version is a natural v2, matching the original brief.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D7D92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74920"/>
            <a:ext cx="9326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8B98A8"/>
                </a:solidFill>
                <a:latin typeface="Segoe UI"/>
              </a:rPr>
              <a:t>Not a diagnostic tool — a class project on public data, not validated for clinical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B8CFF"/>
                </a:solidFill>
                <a:latin typeface="Consolas"/>
              </a:rPr>
              <a:t>EXPLORE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9875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EAF0F7"/>
                </a:solidFill>
                <a:latin typeface="Georgia"/>
              </a:rPr>
              <a:t>Every number here is clickable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B98A8"/>
                </a:solidFill>
                <a:latin typeface="Segoe UI"/>
              </a:rPr>
              <a:t>All 500 test cases — image, Grad-CAM, prediction, and metadata — are browsable, filterable, sortable, and exportable.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BA3E8"/>
                </a:solidFill>
                <a:latin typeface="Consolas"/>
              </a:rPr>
              <a:t>Explorer &amp; data table →  evanwang810.github.io/skin-cancer-multimodal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BA3E8"/>
                </a:solidFill>
                <a:latin typeface="Consolas"/>
              </a:rPr>
              <a:t>Full insights page →  evanwang810.github.io/skin-cancer-multimodal/insights.html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BA3E8"/>
                </a:solidFill>
                <a:latin typeface="Consolas"/>
              </a:rPr>
              <a:t>Source &amp; notebook →  github.com/evanwang810/skin-cancer-multimodal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